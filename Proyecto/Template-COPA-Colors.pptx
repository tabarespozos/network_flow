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5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6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7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8.xml" ContentType="application/vnd.openxmlformats-officedocument.theme+xml"/>
  <Override PartName="/ppt/slideLayouts/slideLayout35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4"/>
    <p:sldMasterId id="2147483752" r:id="rId5"/>
    <p:sldMasterId id="2147483759" r:id="rId6"/>
    <p:sldMasterId id="2147483771" r:id="rId7"/>
    <p:sldMasterId id="2147483765" r:id="rId8"/>
    <p:sldMasterId id="2147483744" r:id="rId9"/>
    <p:sldMasterId id="2147483739" r:id="rId10"/>
    <p:sldMasterId id="2147483735" r:id="rId11"/>
    <p:sldMasterId id="2147483734" r:id="rId12"/>
  </p:sldMasterIdLst>
  <p:notesMasterIdLst>
    <p:notesMasterId r:id="rId25"/>
  </p:notesMasterIdLst>
  <p:sldIdLst>
    <p:sldId id="1542" r:id="rId13"/>
    <p:sldId id="1528" r:id="rId14"/>
    <p:sldId id="1532" r:id="rId15"/>
    <p:sldId id="1543" r:id="rId16"/>
    <p:sldId id="1544" r:id="rId17"/>
    <p:sldId id="1545" r:id="rId18"/>
    <p:sldId id="1546" r:id="rId19"/>
    <p:sldId id="1547" r:id="rId20"/>
    <p:sldId id="1550" r:id="rId21"/>
    <p:sldId id="261" r:id="rId22"/>
    <p:sldId id="1548" r:id="rId23"/>
    <p:sldId id="1551" r:id="rId2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pos="3931">
          <p15:clr>
            <a:srgbClr val="A4A3A4"/>
          </p15:clr>
        </p15:guide>
        <p15:guide id="6" orient="horz" pos="3181">
          <p15:clr>
            <a:srgbClr val="A4A3A4"/>
          </p15:clr>
        </p15:guide>
        <p15:guide id="7" orient="horz" pos="2455">
          <p15:clr>
            <a:srgbClr val="A4A3A4"/>
          </p15:clr>
        </p15:guide>
        <p15:guide id="8" orient="horz" pos="1729">
          <p15:clr>
            <a:srgbClr val="A4A3A4"/>
          </p15:clr>
        </p15:guide>
        <p15:guide id="9" orient="horz" pos="1003">
          <p15:clr>
            <a:srgbClr val="A4A3A4"/>
          </p15:clr>
        </p15:guide>
        <p15:guide id="10" orient="horz" pos="390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B165"/>
    <a:srgbClr val="373737"/>
    <a:srgbClr val="CACED4"/>
    <a:srgbClr val="C3E1A3"/>
    <a:srgbClr val="9CCC65"/>
    <a:srgbClr val="1C7395"/>
    <a:srgbClr val="587D30"/>
    <a:srgbClr val="6E79E6"/>
    <a:srgbClr val="0045D4"/>
    <a:srgbClr val="1417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B671DB-3F81-22EB-324A-AF3A88F8B328}" v="14" dt="2024-05-07T20:42:12.705"/>
    <p1510:client id="{DD954E31-EFD2-4969-90E7-43E3845BC3E7}" v="5" dt="2024-05-07T20:43:22.7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85351" autoAdjust="0"/>
  </p:normalViewPr>
  <p:slideViewPr>
    <p:cSldViewPr snapToGrid="0">
      <p:cViewPr varScale="1">
        <p:scale>
          <a:sx n="54" d="100"/>
          <a:sy n="54" d="100"/>
        </p:scale>
        <p:origin x="1028" y="44"/>
      </p:cViewPr>
      <p:guideLst>
        <p:guide pos="3931"/>
        <p:guide orient="horz" pos="3181"/>
        <p:guide orient="horz" pos="2455"/>
        <p:guide orient="horz" pos="1729"/>
        <p:guide orient="horz" pos="1003"/>
        <p:guide orient="horz" pos="390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9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5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2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7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72D717-570A-43EE-9EEA-68D3D6D0D977}" type="datetimeFigureOut">
              <a:rPr lang="es-CO" smtClean="0"/>
              <a:t>13/08/2024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ECF535-6818-4D44-91C1-7BA9AA8C762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5644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[Andrés] [30 s]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ECF535-6818-4D44-91C1-7BA9AA8C762F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90214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ECF535-6818-4D44-91C1-7BA9AA8C762F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28003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575775" y="2065136"/>
            <a:ext cx="8958329" cy="1656858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baseline="0"/>
            </a:lvl1pPr>
          </a:lstStyle>
          <a:p>
            <a:r>
              <a:rPr lang="en-US" noProof="0" err="1"/>
              <a:t>Título</a:t>
            </a:r>
            <a:r>
              <a:rPr lang="en-US" noProof="0"/>
              <a:t> de la </a:t>
            </a:r>
            <a:r>
              <a:rPr lang="en-US" noProof="0" err="1"/>
              <a:t>presentación</a:t>
            </a:r>
            <a:endParaRPr lang="en-US" noProof="0"/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6597739" y="3952928"/>
            <a:ext cx="4936365" cy="1275895"/>
          </a:xfrm>
          <a:prstGeom prst="rect">
            <a:avLst/>
          </a:prstGeom>
        </p:spPr>
        <p:txBody>
          <a:bodyPr/>
          <a:lstStyle>
            <a:lvl1pPr>
              <a:defRPr sz="2200" baseline="0"/>
            </a:lvl1pPr>
          </a:lstStyle>
          <a:p>
            <a:pPr lvl="0"/>
            <a:r>
              <a:rPr lang="en-US" noProof="0" err="1"/>
              <a:t>Autor</a:t>
            </a:r>
            <a:r>
              <a:rPr lang="en-US" noProof="0"/>
              <a:t> 1</a:t>
            </a:r>
          </a:p>
          <a:p>
            <a:pPr lvl="0"/>
            <a:r>
              <a:rPr lang="en-US" noProof="0" err="1"/>
              <a:t>Autor</a:t>
            </a:r>
            <a:r>
              <a:rPr lang="en-US" noProof="0"/>
              <a:t> 2</a:t>
            </a:r>
          </a:p>
          <a:p>
            <a:pPr lvl="0"/>
            <a:r>
              <a:rPr lang="en-US" noProof="0" err="1"/>
              <a:t>Autor</a:t>
            </a:r>
            <a:r>
              <a:rPr lang="en-US" noProof="0"/>
              <a:t> 3</a:t>
            </a:r>
          </a:p>
        </p:txBody>
      </p:sp>
    </p:spTree>
    <p:extLst>
      <p:ext uri="{BB962C8B-B14F-4D97-AF65-F5344CB8AC3E}">
        <p14:creationId xmlns:p14="http://schemas.microsoft.com/office/powerpoint/2010/main" val="3465661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225F9DDE-2B1E-46F2-8587-D9AAE64AB8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0673" y="358199"/>
            <a:ext cx="6807961" cy="346000"/>
          </a:xfrm>
          <a:prstGeom prst="rect">
            <a:avLst/>
          </a:prstGeom>
        </p:spPr>
        <p:txBody>
          <a:bodyPr/>
          <a:lstStyle>
            <a:lvl1pPr algn="l">
              <a:defRPr lang="es-ES" sz="18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914400" latinLnBrk="0">
              <a:spcBef>
                <a:spcPct val="0"/>
              </a:spcBef>
            </a:pPr>
            <a:r>
              <a:rPr lang="en-US" noProof="0"/>
              <a:t>Subtitle</a:t>
            </a:r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3C9DAB0B-0F80-4DF8-8ED6-D772F12110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673" y="67360"/>
            <a:ext cx="5856962" cy="346000"/>
          </a:xfrm>
          <a:prstGeom prst="rect">
            <a:avLst/>
          </a:prstGeom>
        </p:spPr>
        <p:txBody>
          <a:bodyPr/>
          <a:lstStyle>
            <a:lvl1pPr algn="l"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algn="l" defTabSz="914400" latinLnBrk="0"/>
            <a:r>
              <a:rPr lang="en-US" noProof="0"/>
              <a:t>Title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892B8-B69F-4DDB-8EEB-C4A5EA3189C7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579549" y="1493838"/>
            <a:ext cx="10869770" cy="4881204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  <a:lvl2pPr marL="742913" indent="-285737">
              <a:buFont typeface="Arial" panose="020B0604020202020204" pitchFamily="34" charset="0"/>
              <a:buChar char="•"/>
              <a:defRPr sz="2400"/>
            </a:lvl2pPr>
            <a:lvl3pPr marL="1142942" indent="-228589">
              <a:buFont typeface="Calibri Light" panose="020F0302020204030204" pitchFamily="34" charset="0"/>
              <a:buChar char="-"/>
              <a:defRPr/>
            </a:lvl3pPr>
            <a:lvl4pPr marL="1600120" indent="-228589">
              <a:buFont typeface="Wingdings" panose="05000000000000000000" pitchFamily="2" charset="2"/>
              <a:buChar char="§"/>
              <a:defRPr/>
            </a:lvl4pPr>
          </a:lstStyle>
          <a:p>
            <a:pPr lvl="0"/>
            <a:r>
              <a:rPr lang="en-US" noProof="0"/>
              <a:t>Primer </a:t>
            </a:r>
            <a:r>
              <a:rPr lang="en-US" noProof="0" err="1"/>
              <a:t>Nivel</a:t>
            </a:r>
            <a:endParaRPr lang="en-US" noProof="0"/>
          </a:p>
          <a:p>
            <a:pPr lvl="1"/>
            <a:r>
              <a:rPr lang="en-US" noProof="0"/>
              <a:t>Segundo </a:t>
            </a:r>
            <a:r>
              <a:rPr lang="en-US" noProof="0" err="1"/>
              <a:t>nivel</a:t>
            </a:r>
            <a:endParaRPr lang="en-US" noProof="0"/>
          </a:p>
          <a:p>
            <a:pPr lvl="2"/>
            <a:r>
              <a:rPr lang="en-US" noProof="0" err="1"/>
              <a:t>Tercer</a:t>
            </a:r>
            <a:r>
              <a:rPr lang="en-US" noProof="0"/>
              <a:t> </a:t>
            </a:r>
            <a:r>
              <a:rPr lang="en-US" noProof="0" err="1"/>
              <a:t>nivel</a:t>
            </a:r>
            <a:endParaRPr lang="en-US" noProof="0"/>
          </a:p>
          <a:p>
            <a:pPr lvl="3"/>
            <a:r>
              <a:rPr lang="en-US" noProof="0"/>
              <a:t>Cuarto </a:t>
            </a:r>
            <a:r>
              <a:rPr lang="en-US" noProof="0" err="1"/>
              <a:t>nivel</a:t>
            </a:r>
            <a:endParaRPr lang="en-US" noProof="0"/>
          </a:p>
          <a:p>
            <a:pPr lvl="4"/>
            <a:r>
              <a:rPr lang="en-US" noProof="0"/>
              <a:t>Quinto </a:t>
            </a:r>
            <a:r>
              <a:rPr lang="en-US" noProof="0" err="1"/>
              <a:t>nivel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79052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3C9DAB0B-0F80-4DF8-8ED6-D772F12110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673" y="67360"/>
            <a:ext cx="5856962" cy="640978"/>
          </a:xfrm>
          <a:prstGeom prst="rect">
            <a:avLst/>
          </a:prstGeom>
        </p:spPr>
        <p:txBody>
          <a:bodyPr anchor="ctr"/>
          <a:lstStyle>
            <a:lvl1pPr algn="l"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algn="l" defTabSz="914400" latinLnBrk="0"/>
            <a:r>
              <a:rPr lang="en-US" noProof="0"/>
              <a:t>Title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892B8-B69F-4DDB-8EEB-C4A5EA3189C7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579549" y="1493838"/>
            <a:ext cx="10869770" cy="4881204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  <a:lvl2pPr marL="742913" indent="-285737">
              <a:buFont typeface="Arial" panose="020B0604020202020204" pitchFamily="34" charset="0"/>
              <a:buChar char="•"/>
              <a:defRPr sz="2400"/>
            </a:lvl2pPr>
            <a:lvl3pPr marL="1142942" indent="-228589">
              <a:buFont typeface="Calibri Light" panose="020F0302020204030204" pitchFamily="34" charset="0"/>
              <a:buChar char="-"/>
              <a:defRPr/>
            </a:lvl3pPr>
            <a:lvl4pPr marL="1600120" indent="-228589">
              <a:buFont typeface="Wingdings" panose="05000000000000000000" pitchFamily="2" charset="2"/>
              <a:buChar char="§"/>
              <a:defRPr/>
            </a:lvl4pPr>
          </a:lstStyle>
          <a:p>
            <a:pPr lvl="0"/>
            <a:r>
              <a:rPr lang="en-US" noProof="0"/>
              <a:t>Primer </a:t>
            </a:r>
            <a:r>
              <a:rPr lang="en-US" noProof="0" err="1"/>
              <a:t>Nivel</a:t>
            </a:r>
            <a:endParaRPr lang="en-US" noProof="0"/>
          </a:p>
          <a:p>
            <a:pPr lvl="1"/>
            <a:r>
              <a:rPr lang="en-US" noProof="0"/>
              <a:t>Segundo </a:t>
            </a:r>
            <a:r>
              <a:rPr lang="en-US" noProof="0" err="1"/>
              <a:t>nivel</a:t>
            </a:r>
            <a:endParaRPr lang="en-US" noProof="0"/>
          </a:p>
          <a:p>
            <a:pPr lvl="2"/>
            <a:r>
              <a:rPr lang="en-US" noProof="0" err="1"/>
              <a:t>Tercer</a:t>
            </a:r>
            <a:r>
              <a:rPr lang="en-US" noProof="0"/>
              <a:t> </a:t>
            </a:r>
            <a:r>
              <a:rPr lang="en-US" noProof="0" err="1"/>
              <a:t>nivel</a:t>
            </a:r>
            <a:endParaRPr lang="en-US" noProof="0"/>
          </a:p>
          <a:p>
            <a:pPr lvl="3"/>
            <a:r>
              <a:rPr lang="en-US" noProof="0"/>
              <a:t>Cuarto </a:t>
            </a:r>
            <a:r>
              <a:rPr lang="en-US" noProof="0" err="1"/>
              <a:t>nivel</a:t>
            </a:r>
            <a:endParaRPr lang="en-US" noProof="0"/>
          </a:p>
          <a:p>
            <a:pPr lvl="4"/>
            <a:r>
              <a:rPr lang="en-US" noProof="0"/>
              <a:t>Quinto </a:t>
            </a:r>
            <a:r>
              <a:rPr lang="en-US" noProof="0" err="1"/>
              <a:t>nivel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223234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892B8-B69F-4DDB-8EEB-C4A5EA3189C7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10" name="Marcador de texto 13">
            <a:extLst>
              <a:ext uri="{FF2B5EF4-FFF2-40B4-BE49-F238E27FC236}">
                <a16:creationId xmlns:a16="http://schemas.microsoft.com/office/drawing/2014/main" id="{C71EDFAE-1372-4CB9-9D90-3A7B7009D4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0673" y="358199"/>
            <a:ext cx="6807961" cy="346000"/>
          </a:xfrm>
          <a:prstGeom prst="rect">
            <a:avLst/>
          </a:prstGeom>
        </p:spPr>
        <p:txBody>
          <a:bodyPr/>
          <a:lstStyle>
            <a:lvl1pPr algn="l">
              <a:defRPr lang="es-ES" sz="18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914400" latinLnBrk="0">
              <a:spcBef>
                <a:spcPct val="0"/>
              </a:spcBef>
            </a:pPr>
            <a:r>
              <a:rPr lang="en-US" noProof="0"/>
              <a:t>Subtitle</a:t>
            </a:r>
          </a:p>
        </p:txBody>
      </p:sp>
      <p:sp>
        <p:nvSpPr>
          <p:cNvPr id="11" name="Título 8">
            <a:extLst>
              <a:ext uri="{FF2B5EF4-FFF2-40B4-BE49-F238E27FC236}">
                <a16:creationId xmlns:a16="http://schemas.microsoft.com/office/drawing/2014/main" id="{7AD895D9-D336-46E4-B0DE-FF885EE753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673" y="67360"/>
            <a:ext cx="5856962" cy="346000"/>
          </a:xfrm>
          <a:prstGeom prst="rect">
            <a:avLst/>
          </a:prstGeom>
        </p:spPr>
        <p:txBody>
          <a:bodyPr/>
          <a:lstStyle>
            <a:lvl1pPr algn="l"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algn="l" defTabSz="914400" latinLnBrk="0"/>
            <a:r>
              <a:rPr lang="en-US" noProof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178056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575775" y="2065136"/>
            <a:ext cx="8958329" cy="1656858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baseline="0"/>
            </a:lvl1pPr>
          </a:lstStyle>
          <a:p>
            <a:r>
              <a:rPr lang="en-US" noProof="0" dirty="0" err="1"/>
              <a:t>Título</a:t>
            </a:r>
            <a:r>
              <a:rPr lang="en-US" noProof="0" dirty="0"/>
              <a:t> de la </a:t>
            </a:r>
            <a:r>
              <a:rPr lang="en-US" noProof="0" dirty="0" err="1"/>
              <a:t>presentación</a:t>
            </a:r>
            <a:endParaRPr lang="en-US" noProof="0" dirty="0"/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6597739" y="3952928"/>
            <a:ext cx="4936365" cy="1275895"/>
          </a:xfrm>
          <a:prstGeom prst="rect">
            <a:avLst/>
          </a:prstGeom>
        </p:spPr>
        <p:txBody>
          <a:bodyPr/>
          <a:lstStyle>
            <a:lvl1pPr>
              <a:defRPr sz="2200" baseline="0"/>
            </a:lvl1pPr>
          </a:lstStyle>
          <a:p>
            <a:pPr lvl="0"/>
            <a:r>
              <a:rPr lang="en-US" noProof="0" dirty="0"/>
              <a:t>Autor 1</a:t>
            </a:r>
          </a:p>
          <a:p>
            <a:pPr lvl="0"/>
            <a:r>
              <a:rPr lang="en-US" noProof="0" dirty="0"/>
              <a:t>Autor 2</a:t>
            </a:r>
          </a:p>
          <a:p>
            <a:pPr lvl="0"/>
            <a:r>
              <a:rPr lang="en-US" noProof="0" dirty="0"/>
              <a:t>Autor 3</a:t>
            </a:r>
          </a:p>
        </p:txBody>
      </p:sp>
    </p:spTree>
    <p:extLst>
      <p:ext uri="{BB962C8B-B14F-4D97-AF65-F5344CB8AC3E}">
        <p14:creationId xmlns:p14="http://schemas.microsoft.com/office/powerpoint/2010/main" val="2096337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3C9DAB0B-0F80-4DF8-8ED6-D772F12110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673" y="67360"/>
            <a:ext cx="5856962" cy="640978"/>
          </a:xfrm>
          <a:prstGeom prst="rect">
            <a:avLst/>
          </a:prstGeom>
        </p:spPr>
        <p:txBody>
          <a:bodyPr anchor="ctr"/>
          <a:lstStyle>
            <a:lvl1pPr algn="l"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algn="l" defTabSz="914400" latinLnBrk="0"/>
            <a:r>
              <a:rPr lang="en-US" noProof="0"/>
              <a:t>Title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892B8-B69F-4DDB-8EEB-C4A5EA3189C7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579549" y="1493838"/>
            <a:ext cx="10869770" cy="4881204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  <a:lvl2pPr marL="742913" indent="-285737">
              <a:buFont typeface="Arial" panose="020B0604020202020204" pitchFamily="34" charset="0"/>
              <a:buChar char="•"/>
              <a:defRPr sz="2400"/>
            </a:lvl2pPr>
            <a:lvl3pPr marL="1142942" indent="-228589">
              <a:buFont typeface="Calibri Light" panose="020F0302020204030204" pitchFamily="34" charset="0"/>
              <a:buChar char="-"/>
              <a:defRPr/>
            </a:lvl3pPr>
            <a:lvl4pPr marL="1600120" indent="-228589">
              <a:buFont typeface="Wingdings" panose="05000000000000000000" pitchFamily="2" charset="2"/>
              <a:buChar char="§"/>
              <a:defRPr/>
            </a:lvl4pPr>
          </a:lstStyle>
          <a:p>
            <a:pPr lvl="0"/>
            <a:r>
              <a:rPr lang="en-US" noProof="0"/>
              <a:t>Primer </a:t>
            </a:r>
            <a:r>
              <a:rPr lang="en-US" noProof="0" err="1"/>
              <a:t>Nivel</a:t>
            </a:r>
            <a:endParaRPr lang="en-US" noProof="0"/>
          </a:p>
          <a:p>
            <a:pPr lvl="1"/>
            <a:r>
              <a:rPr lang="en-US" noProof="0"/>
              <a:t>Segundo </a:t>
            </a:r>
            <a:r>
              <a:rPr lang="en-US" noProof="0" err="1"/>
              <a:t>nivel</a:t>
            </a:r>
            <a:endParaRPr lang="en-US" noProof="0"/>
          </a:p>
          <a:p>
            <a:pPr lvl="2"/>
            <a:r>
              <a:rPr lang="en-US" noProof="0" err="1"/>
              <a:t>Tercer</a:t>
            </a:r>
            <a:r>
              <a:rPr lang="en-US" noProof="0"/>
              <a:t> </a:t>
            </a:r>
            <a:r>
              <a:rPr lang="en-US" noProof="0" err="1"/>
              <a:t>nivel</a:t>
            </a:r>
            <a:endParaRPr lang="en-US" noProof="0"/>
          </a:p>
          <a:p>
            <a:pPr lvl="3"/>
            <a:r>
              <a:rPr lang="en-US" noProof="0"/>
              <a:t>Cuarto </a:t>
            </a:r>
            <a:r>
              <a:rPr lang="en-US" noProof="0" err="1"/>
              <a:t>nivel</a:t>
            </a:r>
            <a:endParaRPr lang="en-US" noProof="0"/>
          </a:p>
          <a:p>
            <a:pPr lvl="4"/>
            <a:r>
              <a:rPr lang="en-US" noProof="0"/>
              <a:t>Quinto </a:t>
            </a:r>
            <a:r>
              <a:rPr lang="en-US" noProof="0" err="1"/>
              <a:t>nivel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83779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225F9DDE-2B1E-46F2-8587-D9AAE64AB8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0673" y="358199"/>
            <a:ext cx="6807961" cy="346000"/>
          </a:xfrm>
          <a:prstGeom prst="rect">
            <a:avLst/>
          </a:prstGeom>
        </p:spPr>
        <p:txBody>
          <a:bodyPr/>
          <a:lstStyle>
            <a:lvl1pPr algn="l">
              <a:defRPr lang="es-ES" sz="18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914400" latinLnBrk="0">
              <a:spcBef>
                <a:spcPct val="0"/>
              </a:spcBef>
            </a:pPr>
            <a:r>
              <a:rPr lang="en-US" noProof="0"/>
              <a:t>Subtitle</a:t>
            </a:r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3C9DAB0B-0F80-4DF8-8ED6-D772F12110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673" y="67360"/>
            <a:ext cx="5856962" cy="346000"/>
          </a:xfrm>
          <a:prstGeom prst="rect">
            <a:avLst/>
          </a:prstGeom>
        </p:spPr>
        <p:txBody>
          <a:bodyPr/>
          <a:lstStyle>
            <a:lvl1pPr algn="l"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algn="l" defTabSz="914400" latinLnBrk="0"/>
            <a:r>
              <a:rPr lang="en-US" noProof="0"/>
              <a:t>Title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892B8-B69F-4DDB-8EEB-C4A5EA3189C7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579549" y="1493838"/>
            <a:ext cx="10869770" cy="4881204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  <a:lvl2pPr marL="742913" indent="-285737">
              <a:buFont typeface="Arial" panose="020B0604020202020204" pitchFamily="34" charset="0"/>
              <a:buChar char="•"/>
              <a:defRPr sz="2400"/>
            </a:lvl2pPr>
            <a:lvl3pPr marL="1142942" indent="-228589">
              <a:buFont typeface="Calibri Light" panose="020F0302020204030204" pitchFamily="34" charset="0"/>
              <a:buChar char="-"/>
              <a:defRPr/>
            </a:lvl3pPr>
            <a:lvl4pPr marL="1600120" indent="-228589">
              <a:buFont typeface="Wingdings" panose="05000000000000000000" pitchFamily="2" charset="2"/>
              <a:buChar char="§"/>
              <a:defRPr/>
            </a:lvl4pPr>
          </a:lstStyle>
          <a:p>
            <a:pPr lvl="0"/>
            <a:r>
              <a:rPr lang="en-US" noProof="0"/>
              <a:t>Primer </a:t>
            </a:r>
            <a:r>
              <a:rPr lang="en-US" noProof="0" err="1"/>
              <a:t>Nivel</a:t>
            </a:r>
            <a:endParaRPr lang="en-US" noProof="0"/>
          </a:p>
          <a:p>
            <a:pPr lvl="1"/>
            <a:r>
              <a:rPr lang="en-US" noProof="0"/>
              <a:t>Segundo </a:t>
            </a:r>
            <a:r>
              <a:rPr lang="en-US" noProof="0" err="1"/>
              <a:t>nivel</a:t>
            </a:r>
            <a:endParaRPr lang="en-US" noProof="0"/>
          </a:p>
          <a:p>
            <a:pPr lvl="2"/>
            <a:r>
              <a:rPr lang="en-US" noProof="0" err="1"/>
              <a:t>Tercer</a:t>
            </a:r>
            <a:r>
              <a:rPr lang="en-US" noProof="0"/>
              <a:t> </a:t>
            </a:r>
            <a:r>
              <a:rPr lang="en-US" noProof="0" err="1"/>
              <a:t>nivel</a:t>
            </a:r>
            <a:endParaRPr lang="en-US" noProof="0"/>
          </a:p>
          <a:p>
            <a:pPr lvl="3"/>
            <a:r>
              <a:rPr lang="en-US" noProof="0"/>
              <a:t>Cuarto </a:t>
            </a:r>
            <a:r>
              <a:rPr lang="en-US" noProof="0" err="1"/>
              <a:t>nivel</a:t>
            </a:r>
            <a:endParaRPr lang="en-US" noProof="0"/>
          </a:p>
          <a:p>
            <a:pPr lvl="4"/>
            <a:r>
              <a:rPr lang="en-US" noProof="0"/>
              <a:t>Quinto </a:t>
            </a:r>
            <a:r>
              <a:rPr lang="en-US" noProof="0" err="1"/>
              <a:t>nivel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955624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575775" y="2065136"/>
            <a:ext cx="8958329" cy="1656858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baseline="0"/>
            </a:lvl1pPr>
          </a:lstStyle>
          <a:p>
            <a:r>
              <a:rPr lang="en-US" noProof="0" dirty="0" err="1"/>
              <a:t>Título</a:t>
            </a:r>
            <a:r>
              <a:rPr lang="en-US" noProof="0" dirty="0"/>
              <a:t> de la </a:t>
            </a:r>
            <a:r>
              <a:rPr lang="en-US" noProof="0" dirty="0" err="1"/>
              <a:t>presentación</a:t>
            </a:r>
            <a:endParaRPr lang="en-US" noProof="0" dirty="0"/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6597739" y="3952928"/>
            <a:ext cx="4936365" cy="1275895"/>
          </a:xfrm>
          <a:prstGeom prst="rect">
            <a:avLst/>
          </a:prstGeom>
        </p:spPr>
        <p:txBody>
          <a:bodyPr/>
          <a:lstStyle>
            <a:lvl1pPr>
              <a:defRPr sz="2200" baseline="0"/>
            </a:lvl1pPr>
          </a:lstStyle>
          <a:p>
            <a:pPr lvl="0"/>
            <a:r>
              <a:rPr lang="en-US" noProof="0" dirty="0"/>
              <a:t>Autor 1</a:t>
            </a:r>
          </a:p>
          <a:p>
            <a:pPr lvl="0"/>
            <a:r>
              <a:rPr lang="en-US" noProof="0" dirty="0"/>
              <a:t>Autor 2</a:t>
            </a:r>
          </a:p>
          <a:p>
            <a:pPr lvl="0"/>
            <a:r>
              <a:rPr lang="en-US" noProof="0" dirty="0"/>
              <a:t>Autor 3</a:t>
            </a:r>
          </a:p>
        </p:txBody>
      </p:sp>
    </p:spTree>
    <p:extLst>
      <p:ext uri="{BB962C8B-B14F-4D97-AF65-F5344CB8AC3E}">
        <p14:creationId xmlns:p14="http://schemas.microsoft.com/office/powerpoint/2010/main" val="973724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3C9DAB0B-0F80-4DF8-8ED6-D772F12110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673" y="67360"/>
            <a:ext cx="5856962" cy="640978"/>
          </a:xfrm>
          <a:prstGeom prst="rect">
            <a:avLst/>
          </a:prstGeom>
        </p:spPr>
        <p:txBody>
          <a:bodyPr anchor="ctr"/>
          <a:lstStyle>
            <a:lvl1pPr algn="l"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algn="l" defTabSz="914400" latinLnBrk="0"/>
            <a:r>
              <a:rPr lang="en-US" noProof="0"/>
              <a:t>Title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892B8-B69F-4DDB-8EEB-C4A5EA3189C7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579549" y="1493838"/>
            <a:ext cx="10869770" cy="4881204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  <a:lvl2pPr marL="742913" indent="-285737">
              <a:buFont typeface="Arial" panose="020B0604020202020204" pitchFamily="34" charset="0"/>
              <a:buChar char="•"/>
              <a:defRPr sz="2400"/>
            </a:lvl2pPr>
            <a:lvl3pPr marL="1142942" indent="-228589">
              <a:buFont typeface="Calibri Light" panose="020F0302020204030204" pitchFamily="34" charset="0"/>
              <a:buChar char="-"/>
              <a:defRPr/>
            </a:lvl3pPr>
            <a:lvl4pPr marL="1600120" indent="-228589">
              <a:buFont typeface="Wingdings" panose="05000000000000000000" pitchFamily="2" charset="2"/>
              <a:buChar char="§"/>
              <a:defRPr/>
            </a:lvl4pPr>
          </a:lstStyle>
          <a:p>
            <a:pPr lvl="0"/>
            <a:r>
              <a:rPr lang="en-US" noProof="0"/>
              <a:t>Primer </a:t>
            </a:r>
            <a:r>
              <a:rPr lang="en-US" noProof="0" err="1"/>
              <a:t>Nivel</a:t>
            </a:r>
            <a:endParaRPr lang="en-US" noProof="0"/>
          </a:p>
          <a:p>
            <a:pPr lvl="1"/>
            <a:r>
              <a:rPr lang="en-US" noProof="0"/>
              <a:t>Segundo </a:t>
            </a:r>
            <a:r>
              <a:rPr lang="en-US" noProof="0" err="1"/>
              <a:t>nivel</a:t>
            </a:r>
            <a:endParaRPr lang="en-US" noProof="0"/>
          </a:p>
          <a:p>
            <a:pPr lvl="2"/>
            <a:r>
              <a:rPr lang="en-US" noProof="0" err="1"/>
              <a:t>Tercer</a:t>
            </a:r>
            <a:r>
              <a:rPr lang="en-US" noProof="0"/>
              <a:t> </a:t>
            </a:r>
            <a:r>
              <a:rPr lang="en-US" noProof="0" err="1"/>
              <a:t>nivel</a:t>
            </a:r>
            <a:endParaRPr lang="en-US" noProof="0"/>
          </a:p>
          <a:p>
            <a:pPr lvl="3"/>
            <a:r>
              <a:rPr lang="en-US" noProof="0"/>
              <a:t>Cuarto </a:t>
            </a:r>
            <a:r>
              <a:rPr lang="en-US" noProof="0" err="1"/>
              <a:t>nivel</a:t>
            </a:r>
            <a:endParaRPr lang="en-US" noProof="0"/>
          </a:p>
          <a:p>
            <a:pPr lvl="4"/>
            <a:r>
              <a:rPr lang="en-US" noProof="0"/>
              <a:t>Quinto </a:t>
            </a:r>
            <a:r>
              <a:rPr lang="en-US" noProof="0" err="1"/>
              <a:t>nivel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40771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225F9DDE-2B1E-46F2-8587-D9AAE64AB8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0673" y="358199"/>
            <a:ext cx="6807961" cy="346000"/>
          </a:xfrm>
          <a:prstGeom prst="rect">
            <a:avLst/>
          </a:prstGeom>
        </p:spPr>
        <p:txBody>
          <a:bodyPr/>
          <a:lstStyle>
            <a:lvl1pPr algn="l">
              <a:defRPr lang="es-ES" sz="18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914400" latinLnBrk="0">
              <a:spcBef>
                <a:spcPct val="0"/>
              </a:spcBef>
            </a:pPr>
            <a:r>
              <a:rPr lang="en-US" noProof="0"/>
              <a:t>Subtitle</a:t>
            </a:r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3C9DAB0B-0F80-4DF8-8ED6-D772F12110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673" y="67360"/>
            <a:ext cx="5856962" cy="346000"/>
          </a:xfrm>
          <a:prstGeom prst="rect">
            <a:avLst/>
          </a:prstGeom>
        </p:spPr>
        <p:txBody>
          <a:bodyPr/>
          <a:lstStyle>
            <a:lvl1pPr algn="l"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algn="l" defTabSz="914400" latinLnBrk="0"/>
            <a:r>
              <a:rPr lang="en-US" noProof="0"/>
              <a:t>Title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892B8-B69F-4DDB-8EEB-C4A5EA3189C7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579549" y="1493838"/>
            <a:ext cx="10869770" cy="4881204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  <a:lvl2pPr marL="742913" indent="-285737">
              <a:buFont typeface="Arial" panose="020B0604020202020204" pitchFamily="34" charset="0"/>
              <a:buChar char="•"/>
              <a:defRPr sz="2400"/>
            </a:lvl2pPr>
            <a:lvl3pPr marL="1142942" indent="-228589">
              <a:buFont typeface="Calibri Light" panose="020F0302020204030204" pitchFamily="34" charset="0"/>
              <a:buChar char="-"/>
              <a:defRPr/>
            </a:lvl3pPr>
            <a:lvl4pPr marL="1600120" indent="-228589">
              <a:buFont typeface="Wingdings" panose="05000000000000000000" pitchFamily="2" charset="2"/>
              <a:buChar char="§"/>
              <a:defRPr/>
            </a:lvl4pPr>
          </a:lstStyle>
          <a:p>
            <a:pPr lvl="0"/>
            <a:r>
              <a:rPr lang="en-US" noProof="0"/>
              <a:t>Primer </a:t>
            </a:r>
            <a:r>
              <a:rPr lang="en-US" noProof="0" err="1"/>
              <a:t>Nivel</a:t>
            </a:r>
            <a:endParaRPr lang="en-US" noProof="0"/>
          </a:p>
          <a:p>
            <a:pPr lvl="1"/>
            <a:r>
              <a:rPr lang="en-US" noProof="0"/>
              <a:t>Segundo </a:t>
            </a:r>
            <a:r>
              <a:rPr lang="en-US" noProof="0" err="1"/>
              <a:t>nivel</a:t>
            </a:r>
            <a:endParaRPr lang="en-US" noProof="0"/>
          </a:p>
          <a:p>
            <a:pPr lvl="2"/>
            <a:r>
              <a:rPr lang="en-US" noProof="0" err="1"/>
              <a:t>Tercer</a:t>
            </a:r>
            <a:r>
              <a:rPr lang="en-US" noProof="0"/>
              <a:t> </a:t>
            </a:r>
            <a:r>
              <a:rPr lang="en-US" noProof="0" err="1"/>
              <a:t>nivel</a:t>
            </a:r>
            <a:endParaRPr lang="en-US" noProof="0"/>
          </a:p>
          <a:p>
            <a:pPr lvl="3"/>
            <a:r>
              <a:rPr lang="en-US" noProof="0"/>
              <a:t>Cuarto </a:t>
            </a:r>
            <a:r>
              <a:rPr lang="en-US" noProof="0" err="1"/>
              <a:t>nivel</a:t>
            </a:r>
            <a:endParaRPr lang="en-US" noProof="0"/>
          </a:p>
          <a:p>
            <a:pPr lvl="4"/>
            <a:r>
              <a:rPr lang="en-US" noProof="0"/>
              <a:t>Quinto </a:t>
            </a:r>
            <a:r>
              <a:rPr lang="en-US" noProof="0" err="1"/>
              <a:t>nivel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24733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892B8-B69F-4DDB-8EEB-C4A5EA3189C7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10" name="Marcador de texto 13">
            <a:extLst>
              <a:ext uri="{FF2B5EF4-FFF2-40B4-BE49-F238E27FC236}">
                <a16:creationId xmlns:a16="http://schemas.microsoft.com/office/drawing/2014/main" id="{C71EDFAE-1372-4CB9-9D90-3A7B7009D4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0673" y="358199"/>
            <a:ext cx="6807961" cy="346000"/>
          </a:xfrm>
          <a:prstGeom prst="rect">
            <a:avLst/>
          </a:prstGeom>
        </p:spPr>
        <p:txBody>
          <a:bodyPr/>
          <a:lstStyle>
            <a:lvl1pPr algn="l">
              <a:defRPr lang="es-ES" sz="18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914400" latinLnBrk="0">
              <a:spcBef>
                <a:spcPct val="0"/>
              </a:spcBef>
            </a:pPr>
            <a:r>
              <a:rPr lang="en-US" noProof="0"/>
              <a:t>Subtitle</a:t>
            </a:r>
          </a:p>
        </p:txBody>
      </p:sp>
      <p:sp>
        <p:nvSpPr>
          <p:cNvPr id="11" name="Título 8">
            <a:extLst>
              <a:ext uri="{FF2B5EF4-FFF2-40B4-BE49-F238E27FC236}">
                <a16:creationId xmlns:a16="http://schemas.microsoft.com/office/drawing/2014/main" id="{7AD895D9-D336-46E4-B0DE-FF885EE753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673" y="67360"/>
            <a:ext cx="5856962" cy="346000"/>
          </a:xfrm>
          <a:prstGeom prst="rect">
            <a:avLst/>
          </a:prstGeom>
        </p:spPr>
        <p:txBody>
          <a:bodyPr/>
          <a:lstStyle>
            <a:lvl1pPr algn="l"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algn="l" defTabSz="914400" latinLnBrk="0"/>
            <a:r>
              <a:rPr lang="en-US" noProof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9918285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En blanco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6892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575775" y="2065136"/>
            <a:ext cx="8958329" cy="1656858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baseline="0"/>
            </a:lvl1pPr>
          </a:lstStyle>
          <a:p>
            <a:r>
              <a:rPr lang="en-US" noProof="0" dirty="0" err="1"/>
              <a:t>Título</a:t>
            </a:r>
            <a:r>
              <a:rPr lang="en-US" noProof="0" dirty="0"/>
              <a:t> de la </a:t>
            </a:r>
            <a:r>
              <a:rPr lang="en-US" noProof="0" dirty="0" err="1"/>
              <a:t>presentación</a:t>
            </a:r>
            <a:endParaRPr lang="en-US" noProof="0" dirty="0"/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6597739" y="3952928"/>
            <a:ext cx="4936365" cy="1275895"/>
          </a:xfrm>
          <a:prstGeom prst="rect">
            <a:avLst/>
          </a:prstGeom>
        </p:spPr>
        <p:txBody>
          <a:bodyPr/>
          <a:lstStyle>
            <a:lvl1pPr>
              <a:defRPr sz="2200" baseline="0"/>
            </a:lvl1pPr>
          </a:lstStyle>
          <a:p>
            <a:pPr lvl="0"/>
            <a:r>
              <a:rPr lang="en-US" noProof="0" dirty="0"/>
              <a:t>Autor 1</a:t>
            </a:r>
          </a:p>
          <a:p>
            <a:pPr lvl="0"/>
            <a:r>
              <a:rPr lang="en-US" noProof="0" dirty="0"/>
              <a:t>Autor 2</a:t>
            </a:r>
          </a:p>
          <a:p>
            <a:pPr lvl="0"/>
            <a:r>
              <a:rPr lang="en-US" noProof="0" dirty="0"/>
              <a:t>Autor 3</a:t>
            </a:r>
          </a:p>
        </p:txBody>
      </p:sp>
    </p:spTree>
    <p:extLst>
      <p:ext uri="{BB962C8B-B14F-4D97-AF65-F5344CB8AC3E}">
        <p14:creationId xmlns:p14="http://schemas.microsoft.com/office/powerpoint/2010/main" val="35411409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3C9DAB0B-0F80-4DF8-8ED6-D772F12110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673" y="67360"/>
            <a:ext cx="5856962" cy="640978"/>
          </a:xfrm>
          <a:prstGeom prst="rect">
            <a:avLst/>
          </a:prstGeom>
        </p:spPr>
        <p:txBody>
          <a:bodyPr anchor="ctr"/>
          <a:lstStyle>
            <a:lvl1pPr algn="l"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algn="l" defTabSz="914400" latinLnBrk="0"/>
            <a:r>
              <a:rPr lang="en-US" noProof="0"/>
              <a:t>Title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892B8-B69F-4DDB-8EEB-C4A5EA3189C7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579549" y="1493838"/>
            <a:ext cx="10869770" cy="4881204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  <a:lvl2pPr marL="742913" indent="-285737">
              <a:buFont typeface="Arial" panose="020B0604020202020204" pitchFamily="34" charset="0"/>
              <a:buChar char="•"/>
              <a:defRPr sz="2400"/>
            </a:lvl2pPr>
            <a:lvl3pPr marL="1142942" indent="-228589">
              <a:buFont typeface="Calibri Light" panose="020F0302020204030204" pitchFamily="34" charset="0"/>
              <a:buChar char="-"/>
              <a:defRPr/>
            </a:lvl3pPr>
            <a:lvl4pPr marL="1600120" indent="-228589">
              <a:buFont typeface="Wingdings" panose="05000000000000000000" pitchFamily="2" charset="2"/>
              <a:buChar char="§"/>
              <a:defRPr/>
            </a:lvl4pPr>
          </a:lstStyle>
          <a:p>
            <a:pPr lvl="0"/>
            <a:r>
              <a:rPr lang="en-US" noProof="0"/>
              <a:t>Primer </a:t>
            </a:r>
            <a:r>
              <a:rPr lang="en-US" noProof="0" err="1"/>
              <a:t>Nivel</a:t>
            </a:r>
            <a:endParaRPr lang="en-US" noProof="0"/>
          </a:p>
          <a:p>
            <a:pPr lvl="1"/>
            <a:r>
              <a:rPr lang="en-US" noProof="0"/>
              <a:t>Segundo </a:t>
            </a:r>
            <a:r>
              <a:rPr lang="en-US" noProof="0" err="1"/>
              <a:t>nivel</a:t>
            </a:r>
            <a:endParaRPr lang="en-US" noProof="0"/>
          </a:p>
          <a:p>
            <a:pPr lvl="2"/>
            <a:r>
              <a:rPr lang="en-US" noProof="0" err="1"/>
              <a:t>Tercer</a:t>
            </a:r>
            <a:r>
              <a:rPr lang="en-US" noProof="0"/>
              <a:t> </a:t>
            </a:r>
            <a:r>
              <a:rPr lang="en-US" noProof="0" err="1"/>
              <a:t>nivel</a:t>
            </a:r>
            <a:endParaRPr lang="en-US" noProof="0"/>
          </a:p>
          <a:p>
            <a:pPr lvl="3"/>
            <a:r>
              <a:rPr lang="en-US" noProof="0"/>
              <a:t>Cuarto </a:t>
            </a:r>
            <a:r>
              <a:rPr lang="en-US" noProof="0" err="1"/>
              <a:t>nivel</a:t>
            </a:r>
            <a:endParaRPr lang="en-US" noProof="0"/>
          </a:p>
          <a:p>
            <a:pPr lvl="4"/>
            <a:r>
              <a:rPr lang="en-US" noProof="0"/>
              <a:t>Quinto </a:t>
            </a:r>
            <a:r>
              <a:rPr lang="en-US" noProof="0" err="1"/>
              <a:t>nivel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475881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225F9DDE-2B1E-46F2-8587-D9AAE64AB8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0673" y="358199"/>
            <a:ext cx="6807961" cy="346000"/>
          </a:xfrm>
          <a:prstGeom prst="rect">
            <a:avLst/>
          </a:prstGeom>
        </p:spPr>
        <p:txBody>
          <a:bodyPr/>
          <a:lstStyle>
            <a:lvl1pPr algn="l">
              <a:defRPr lang="es-ES" sz="18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914400" latinLnBrk="0">
              <a:spcBef>
                <a:spcPct val="0"/>
              </a:spcBef>
            </a:pPr>
            <a:r>
              <a:rPr lang="en-US" noProof="0"/>
              <a:t>Subtitle</a:t>
            </a:r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3C9DAB0B-0F80-4DF8-8ED6-D772F12110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673" y="67360"/>
            <a:ext cx="5856962" cy="346000"/>
          </a:xfrm>
          <a:prstGeom prst="rect">
            <a:avLst/>
          </a:prstGeom>
        </p:spPr>
        <p:txBody>
          <a:bodyPr/>
          <a:lstStyle>
            <a:lvl1pPr algn="l"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algn="l" defTabSz="914400" latinLnBrk="0"/>
            <a:r>
              <a:rPr lang="en-US" noProof="0"/>
              <a:t>Title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892B8-B69F-4DDB-8EEB-C4A5EA3189C7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579549" y="1493838"/>
            <a:ext cx="10869770" cy="4881204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  <a:lvl2pPr marL="742913" indent="-285737">
              <a:buFont typeface="Arial" panose="020B0604020202020204" pitchFamily="34" charset="0"/>
              <a:buChar char="•"/>
              <a:defRPr sz="2400"/>
            </a:lvl2pPr>
            <a:lvl3pPr marL="1142942" indent="-228589">
              <a:buFont typeface="Calibri Light" panose="020F0302020204030204" pitchFamily="34" charset="0"/>
              <a:buChar char="-"/>
              <a:defRPr/>
            </a:lvl3pPr>
            <a:lvl4pPr marL="1600120" indent="-228589">
              <a:buFont typeface="Wingdings" panose="05000000000000000000" pitchFamily="2" charset="2"/>
              <a:buChar char="§"/>
              <a:defRPr/>
            </a:lvl4pPr>
          </a:lstStyle>
          <a:p>
            <a:pPr lvl="0"/>
            <a:r>
              <a:rPr lang="en-US" noProof="0"/>
              <a:t>Primer </a:t>
            </a:r>
            <a:r>
              <a:rPr lang="en-US" noProof="0" err="1"/>
              <a:t>Nivel</a:t>
            </a:r>
            <a:endParaRPr lang="en-US" noProof="0"/>
          </a:p>
          <a:p>
            <a:pPr lvl="1"/>
            <a:r>
              <a:rPr lang="en-US" noProof="0"/>
              <a:t>Segundo </a:t>
            </a:r>
            <a:r>
              <a:rPr lang="en-US" noProof="0" err="1"/>
              <a:t>nivel</a:t>
            </a:r>
            <a:endParaRPr lang="en-US" noProof="0"/>
          </a:p>
          <a:p>
            <a:pPr lvl="2"/>
            <a:r>
              <a:rPr lang="en-US" noProof="0" err="1"/>
              <a:t>Tercer</a:t>
            </a:r>
            <a:r>
              <a:rPr lang="en-US" noProof="0"/>
              <a:t> </a:t>
            </a:r>
            <a:r>
              <a:rPr lang="en-US" noProof="0" err="1"/>
              <a:t>nivel</a:t>
            </a:r>
            <a:endParaRPr lang="en-US" noProof="0"/>
          </a:p>
          <a:p>
            <a:pPr lvl="3"/>
            <a:r>
              <a:rPr lang="en-US" noProof="0"/>
              <a:t>Cuarto </a:t>
            </a:r>
            <a:r>
              <a:rPr lang="en-US" noProof="0" err="1"/>
              <a:t>nivel</a:t>
            </a:r>
            <a:endParaRPr lang="en-US" noProof="0"/>
          </a:p>
          <a:p>
            <a:pPr lvl="4"/>
            <a:r>
              <a:rPr lang="en-US" noProof="0"/>
              <a:t>Quinto </a:t>
            </a:r>
            <a:r>
              <a:rPr lang="en-US" noProof="0" err="1"/>
              <a:t>nivel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418650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892B8-B69F-4DDB-8EEB-C4A5EA3189C7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10" name="Marcador de texto 13">
            <a:extLst>
              <a:ext uri="{FF2B5EF4-FFF2-40B4-BE49-F238E27FC236}">
                <a16:creationId xmlns:a16="http://schemas.microsoft.com/office/drawing/2014/main" id="{C71EDFAE-1372-4CB9-9D90-3A7B7009D4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0673" y="358199"/>
            <a:ext cx="6807961" cy="346000"/>
          </a:xfrm>
          <a:prstGeom prst="rect">
            <a:avLst/>
          </a:prstGeom>
        </p:spPr>
        <p:txBody>
          <a:bodyPr/>
          <a:lstStyle>
            <a:lvl1pPr algn="l">
              <a:defRPr lang="es-ES" sz="18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914400" latinLnBrk="0">
              <a:spcBef>
                <a:spcPct val="0"/>
              </a:spcBef>
            </a:pPr>
            <a:r>
              <a:rPr lang="en-US" noProof="0"/>
              <a:t>Subtitle</a:t>
            </a:r>
          </a:p>
        </p:txBody>
      </p:sp>
      <p:sp>
        <p:nvSpPr>
          <p:cNvPr id="11" name="Título 8">
            <a:extLst>
              <a:ext uri="{FF2B5EF4-FFF2-40B4-BE49-F238E27FC236}">
                <a16:creationId xmlns:a16="http://schemas.microsoft.com/office/drawing/2014/main" id="{7AD895D9-D336-46E4-B0DE-FF885EE753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673" y="67360"/>
            <a:ext cx="5856962" cy="346000"/>
          </a:xfrm>
          <a:prstGeom prst="rect">
            <a:avLst/>
          </a:prstGeom>
        </p:spPr>
        <p:txBody>
          <a:bodyPr/>
          <a:lstStyle>
            <a:lvl1pPr algn="l"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algn="l" defTabSz="914400" latinLnBrk="0"/>
            <a:r>
              <a:rPr lang="en-US" noProof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3661031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 preserve="1">
  <p:cSld name="En blanco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2619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575775" y="2065136"/>
            <a:ext cx="8958329" cy="1656858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baseline="0"/>
            </a:lvl1pPr>
          </a:lstStyle>
          <a:p>
            <a:r>
              <a:rPr lang="en-US" noProof="0" dirty="0" err="1"/>
              <a:t>Título</a:t>
            </a:r>
            <a:r>
              <a:rPr lang="en-US" noProof="0" dirty="0"/>
              <a:t> de la </a:t>
            </a:r>
            <a:r>
              <a:rPr lang="en-US" noProof="0" dirty="0" err="1"/>
              <a:t>presentación</a:t>
            </a:r>
            <a:endParaRPr lang="en-US" noProof="0" dirty="0"/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6597739" y="3952928"/>
            <a:ext cx="4936365" cy="1275895"/>
          </a:xfrm>
          <a:prstGeom prst="rect">
            <a:avLst/>
          </a:prstGeom>
        </p:spPr>
        <p:txBody>
          <a:bodyPr/>
          <a:lstStyle>
            <a:lvl1pPr>
              <a:defRPr sz="2200" baseline="0"/>
            </a:lvl1pPr>
          </a:lstStyle>
          <a:p>
            <a:pPr lvl="0"/>
            <a:r>
              <a:rPr lang="en-US" noProof="0" dirty="0"/>
              <a:t>Autor 1</a:t>
            </a:r>
          </a:p>
          <a:p>
            <a:pPr lvl="0"/>
            <a:r>
              <a:rPr lang="en-US" noProof="0" dirty="0"/>
              <a:t>Autor 2</a:t>
            </a:r>
          </a:p>
          <a:p>
            <a:pPr lvl="0"/>
            <a:r>
              <a:rPr lang="en-US" noProof="0" dirty="0"/>
              <a:t>Autor 3</a:t>
            </a:r>
          </a:p>
        </p:txBody>
      </p:sp>
    </p:spTree>
    <p:extLst>
      <p:ext uri="{BB962C8B-B14F-4D97-AF65-F5344CB8AC3E}">
        <p14:creationId xmlns:p14="http://schemas.microsoft.com/office/powerpoint/2010/main" val="21147975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3C9DAB0B-0F80-4DF8-8ED6-D772F12110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673" y="67360"/>
            <a:ext cx="5856962" cy="640978"/>
          </a:xfrm>
          <a:prstGeom prst="rect">
            <a:avLst/>
          </a:prstGeom>
        </p:spPr>
        <p:txBody>
          <a:bodyPr anchor="ctr"/>
          <a:lstStyle>
            <a:lvl1pPr algn="l"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algn="l" defTabSz="914400" latinLnBrk="0"/>
            <a:r>
              <a:rPr lang="en-US" noProof="0"/>
              <a:t>Title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892B8-B69F-4DDB-8EEB-C4A5EA3189C7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579549" y="1493838"/>
            <a:ext cx="10869770" cy="4881204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  <a:lvl2pPr marL="742913" indent="-285737">
              <a:buFont typeface="Arial" panose="020B0604020202020204" pitchFamily="34" charset="0"/>
              <a:buChar char="•"/>
              <a:defRPr sz="2400"/>
            </a:lvl2pPr>
            <a:lvl3pPr marL="1142942" indent="-228589">
              <a:buFont typeface="Calibri Light" panose="020F0302020204030204" pitchFamily="34" charset="0"/>
              <a:buChar char="-"/>
              <a:defRPr/>
            </a:lvl3pPr>
            <a:lvl4pPr marL="1600120" indent="-228589">
              <a:buFont typeface="Wingdings" panose="05000000000000000000" pitchFamily="2" charset="2"/>
              <a:buChar char="§"/>
              <a:defRPr/>
            </a:lvl4pPr>
          </a:lstStyle>
          <a:p>
            <a:pPr lvl="0"/>
            <a:r>
              <a:rPr lang="en-US" noProof="0"/>
              <a:t>Primer </a:t>
            </a:r>
            <a:r>
              <a:rPr lang="en-US" noProof="0" err="1"/>
              <a:t>Nivel</a:t>
            </a:r>
            <a:endParaRPr lang="en-US" noProof="0"/>
          </a:p>
          <a:p>
            <a:pPr lvl="1"/>
            <a:r>
              <a:rPr lang="en-US" noProof="0"/>
              <a:t>Segundo </a:t>
            </a:r>
            <a:r>
              <a:rPr lang="en-US" noProof="0" err="1"/>
              <a:t>nivel</a:t>
            </a:r>
            <a:endParaRPr lang="en-US" noProof="0"/>
          </a:p>
          <a:p>
            <a:pPr lvl="2"/>
            <a:r>
              <a:rPr lang="en-US" noProof="0" err="1"/>
              <a:t>Tercer</a:t>
            </a:r>
            <a:r>
              <a:rPr lang="en-US" noProof="0"/>
              <a:t> </a:t>
            </a:r>
            <a:r>
              <a:rPr lang="en-US" noProof="0" err="1"/>
              <a:t>nivel</a:t>
            </a:r>
            <a:endParaRPr lang="en-US" noProof="0"/>
          </a:p>
          <a:p>
            <a:pPr lvl="3"/>
            <a:r>
              <a:rPr lang="en-US" noProof="0"/>
              <a:t>Cuarto </a:t>
            </a:r>
            <a:r>
              <a:rPr lang="en-US" noProof="0" err="1"/>
              <a:t>nivel</a:t>
            </a:r>
            <a:endParaRPr lang="en-US" noProof="0"/>
          </a:p>
          <a:p>
            <a:pPr lvl="4"/>
            <a:r>
              <a:rPr lang="en-US" noProof="0"/>
              <a:t>Quinto </a:t>
            </a:r>
            <a:r>
              <a:rPr lang="en-US" noProof="0" err="1"/>
              <a:t>nivel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0629678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225F9DDE-2B1E-46F2-8587-D9AAE64AB8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0673" y="358199"/>
            <a:ext cx="6807961" cy="346000"/>
          </a:xfrm>
          <a:prstGeom prst="rect">
            <a:avLst/>
          </a:prstGeom>
        </p:spPr>
        <p:txBody>
          <a:bodyPr/>
          <a:lstStyle>
            <a:lvl1pPr algn="l">
              <a:defRPr lang="es-ES" sz="18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914400" latinLnBrk="0">
              <a:spcBef>
                <a:spcPct val="0"/>
              </a:spcBef>
            </a:pPr>
            <a:r>
              <a:rPr lang="en-US" noProof="0"/>
              <a:t>Subtitle</a:t>
            </a:r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3C9DAB0B-0F80-4DF8-8ED6-D772F12110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673" y="67360"/>
            <a:ext cx="5856962" cy="346000"/>
          </a:xfrm>
          <a:prstGeom prst="rect">
            <a:avLst/>
          </a:prstGeom>
        </p:spPr>
        <p:txBody>
          <a:bodyPr/>
          <a:lstStyle>
            <a:lvl1pPr algn="l"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algn="l" defTabSz="914400" latinLnBrk="0"/>
            <a:r>
              <a:rPr lang="en-US" noProof="0"/>
              <a:t>Title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892B8-B69F-4DDB-8EEB-C4A5EA3189C7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579549" y="1493838"/>
            <a:ext cx="10869770" cy="4881204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  <a:lvl2pPr marL="742913" indent="-285737">
              <a:buFont typeface="Arial" panose="020B0604020202020204" pitchFamily="34" charset="0"/>
              <a:buChar char="•"/>
              <a:defRPr sz="2400"/>
            </a:lvl2pPr>
            <a:lvl3pPr marL="1142942" indent="-228589">
              <a:buFont typeface="Calibri Light" panose="020F0302020204030204" pitchFamily="34" charset="0"/>
              <a:buChar char="-"/>
              <a:defRPr/>
            </a:lvl3pPr>
            <a:lvl4pPr marL="1600120" indent="-228589">
              <a:buFont typeface="Wingdings" panose="05000000000000000000" pitchFamily="2" charset="2"/>
              <a:buChar char="§"/>
              <a:defRPr/>
            </a:lvl4pPr>
          </a:lstStyle>
          <a:p>
            <a:pPr lvl="0"/>
            <a:r>
              <a:rPr lang="en-US" noProof="0"/>
              <a:t>Primer </a:t>
            </a:r>
            <a:r>
              <a:rPr lang="en-US" noProof="0" err="1"/>
              <a:t>Nivel</a:t>
            </a:r>
            <a:endParaRPr lang="en-US" noProof="0"/>
          </a:p>
          <a:p>
            <a:pPr lvl="1"/>
            <a:r>
              <a:rPr lang="en-US" noProof="0"/>
              <a:t>Segundo </a:t>
            </a:r>
            <a:r>
              <a:rPr lang="en-US" noProof="0" err="1"/>
              <a:t>nivel</a:t>
            </a:r>
            <a:endParaRPr lang="en-US" noProof="0"/>
          </a:p>
          <a:p>
            <a:pPr lvl="2"/>
            <a:r>
              <a:rPr lang="en-US" noProof="0" err="1"/>
              <a:t>Tercer</a:t>
            </a:r>
            <a:r>
              <a:rPr lang="en-US" noProof="0"/>
              <a:t> </a:t>
            </a:r>
            <a:r>
              <a:rPr lang="en-US" noProof="0" err="1"/>
              <a:t>nivel</a:t>
            </a:r>
            <a:endParaRPr lang="en-US" noProof="0"/>
          </a:p>
          <a:p>
            <a:pPr lvl="3"/>
            <a:r>
              <a:rPr lang="en-US" noProof="0"/>
              <a:t>Cuarto </a:t>
            </a:r>
            <a:r>
              <a:rPr lang="en-US" noProof="0" err="1"/>
              <a:t>nivel</a:t>
            </a:r>
            <a:endParaRPr lang="en-US" noProof="0"/>
          </a:p>
          <a:p>
            <a:pPr lvl="4"/>
            <a:r>
              <a:rPr lang="en-US" noProof="0"/>
              <a:t>Quinto </a:t>
            </a:r>
            <a:r>
              <a:rPr lang="en-US" noProof="0" err="1"/>
              <a:t>nivel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7348101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892B8-B69F-4DDB-8EEB-C4A5EA3189C7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10" name="Marcador de texto 13">
            <a:extLst>
              <a:ext uri="{FF2B5EF4-FFF2-40B4-BE49-F238E27FC236}">
                <a16:creationId xmlns:a16="http://schemas.microsoft.com/office/drawing/2014/main" id="{C71EDFAE-1372-4CB9-9D90-3A7B7009D4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0673" y="358199"/>
            <a:ext cx="6807961" cy="346000"/>
          </a:xfrm>
          <a:prstGeom prst="rect">
            <a:avLst/>
          </a:prstGeom>
        </p:spPr>
        <p:txBody>
          <a:bodyPr/>
          <a:lstStyle>
            <a:lvl1pPr algn="l">
              <a:defRPr lang="es-ES" sz="18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914400" latinLnBrk="0">
              <a:spcBef>
                <a:spcPct val="0"/>
              </a:spcBef>
            </a:pPr>
            <a:r>
              <a:rPr lang="en-US" noProof="0"/>
              <a:t>Subtitle</a:t>
            </a:r>
          </a:p>
        </p:txBody>
      </p:sp>
      <p:sp>
        <p:nvSpPr>
          <p:cNvPr id="11" name="Título 8">
            <a:extLst>
              <a:ext uri="{FF2B5EF4-FFF2-40B4-BE49-F238E27FC236}">
                <a16:creationId xmlns:a16="http://schemas.microsoft.com/office/drawing/2014/main" id="{7AD895D9-D336-46E4-B0DE-FF885EE753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673" y="67360"/>
            <a:ext cx="5856962" cy="346000"/>
          </a:xfrm>
          <a:prstGeom prst="rect">
            <a:avLst/>
          </a:prstGeom>
        </p:spPr>
        <p:txBody>
          <a:bodyPr/>
          <a:lstStyle>
            <a:lvl1pPr algn="l"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algn="l" defTabSz="914400" latinLnBrk="0"/>
            <a:r>
              <a:rPr lang="en-US" noProof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9307458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 preserve="1">
  <p:cSld name="En blanco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91637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575775" y="2065136"/>
            <a:ext cx="8958329" cy="1656858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baseline="0"/>
            </a:lvl1pPr>
          </a:lstStyle>
          <a:p>
            <a:r>
              <a:rPr lang="en-US" noProof="0" err="1"/>
              <a:t>Título</a:t>
            </a:r>
            <a:r>
              <a:rPr lang="en-US" noProof="0"/>
              <a:t> de la </a:t>
            </a:r>
            <a:r>
              <a:rPr lang="en-US" noProof="0" err="1"/>
              <a:t>presentación</a:t>
            </a:r>
            <a:endParaRPr lang="en-US" noProof="0"/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6597739" y="3952928"/>
            <a:ext cx="4936365" cy="1275895"/>
          </a:xfrm>
          <a:prstGeom prst="rect">
            <a:avLst/>
          </a:prstGeom>
        </p:spPr>
        <p:txBody>
          <a:bodyPr/>
          <a:lstStyle>
            <a:lvl1pPr>
              <a:defRPr sz="2200" baseline="0"/>
            </a:lvl1pPr>
          </a:lstStyle>
          <a:p>
            <a:pPr lvl="0"/>
            <a:r>
              <a:rPr lang="en-US" noProof="0" err="1"/>
              <a:t>Autor</a:t>
            </a:r>
            <a:r>
              <a:rPr lang="en-US" noProof="0"/>
              <a:t> 1</a:t>
            </a:r>
          </a:p>
          <a:p>
            <a:pPr lvl="0"/>
            <a:r>
              <a:rPr lang="en-US" noProof="0" err="1"/>
              <a:t>Autor</a:t>
            </a:r>
            <a:r>
              <a:rPr lang="en-US" noProof="0"/>
              <a:t> 2</a:t>
            </a:r>
          </a:p>
          <a:p>
            <a:pPr lvl="0"/>
            <a:r>
              <a:rPr lang="en-US" noProof="0" err="1"/>
              <a:t>Autor</a:t>
            </a:r>
            <a:r>
              <a:rPr lang="en-US" noProof="0"/>
              <a:t> 3</a:t>
            </a:r>
          </a:p>
        </p:txBody>
      </p:sp>
    </p:spTree>
    <p:extLst>
      <p:ext uri="{BB962C8B-B14F-4D97-AF65-F5344CB8AC3E}">
        <p14:creationId xmlns:p14="http://schemas.microsoft.com/office/powerpoint/2010/main" val="22708283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225F9DDE-2B1E-46F2-8587-D9AAE64AB8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0673" y="358199"/>
            <a:ext cx="6807961" cy="346000"/>
          </a:xfrm>
          <a:prstGeom prst="rect">
            <a:avLst/>
          </a:prstGeom>
        </p:spPr>
        <p:txBody>
          <a:bodyPr/>
          <a:lstStyle>
            <a:lvl1pPr algn="l">
              <a:defRPr lang="es-ES" sz="18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914400" latinLnBrk="0">
              <a:spcBef>
                <a:spcPct val="0"/>
              </a:spcBef>
            </a:pPr>
            <a:r>
              <a:rPr lang="en-US" noProof="0"/>
              <a:t>Subtitle</a:t>
            </a:r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3C9DAB0B-0F80-4DF8-8ED6-D772F12110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673" y="67360"/>
            <a:ext cx="5856962" cy="346000"/>
          </a:xfrm>
          <a:prstGeom prst="rect">
            <a:avLst/>
          </a:prstGeom>
        </p:spPr>
        <p:txBody>
          <a:bodyPr/>
          <a:lstStyle>
            <a:lvl1pPr algn="l"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algn="l" defTabSz="914400" latinLnBrk="0"/>
            <a:r>
              <a:rPr lang="en-US" noProof="0"/>
              <a:t>Title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892B8-B69F-4DDB-8EEB-C4A5EA3189C7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579549" y="1493838"/>
            <a:ext cx="10869770" cy="4881204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  <a:lvl2pPr marL="742913" indent="-285737">
              <a:buFont typeface="Arial" panose="020B0604020202020204" pitchFamily="34" charset="0"/>
              <a:buChar char="•"/>
              <a:defRPr sz="2400"/>
            </a:lvl2pPr>
            <a:lvl3pPr marL="1142942" indent="-228589">
              <a:buFont typeface="Calibri Light" panose="020F0302020204030204" pitchFamily="34" charset="0"/>
              <a:buChar char="-"/>
              <a:defRPr/>
            </a:lvl3pPr>
            <a:lvl4pPr marL="1600120" indent="-228589">
              <a:buFont typeface="Wingdings" panose="05000000000000000000" pitchFamily="2" charset="2"/>
              <a:buChar char="§"/>
              <a:defRPr/>
            </a:lvl4pPr>
          </a:lstStyle>
          <a:p>
            <a:pPr lvl="0"/>
            <a:r>
              <a:rPr lang="en-US" noProof="0"/>
              <a:t>Primer </a:t>
            </a:r>
            <a:r>
              <a:rPr lang="en-US" noProof="0" err="1"/>
              <a:t>Nivel</a:t>
            </a:r>
            <a:endParaRPr lang="en-US" noProof="0"/>
          </a:p>
          <a:p>
            <a:pPr lvl="1"/>
            <a:r>
              <a:rPr lang="en-US" noProof="0"/>
              <a:t>Segundo </a:t>
            </a:r>
            <a:r>
              <a:rPr lang="en-US" noProof="0" err="1"/>
              <a:t>nivel</a:t>
            </a:r>
            <a:endParaRPr lang="en-US" noProof="0"/>
          </a:p>
          <a:p>
            <a:pPr lvl="2"/>
            <a:r>
              <a:rPr lang="en-US" noProof="0" err="1"/>
              <a:t>Tercer</a:t>
            </a:r>
            <a:r>
              <a:rPr lang="en-US" noProof="0"/>
              <a:t> </a:t>
            </a:r>
            <a:r>
              <a:rPr lang="en-US" noProof="0" err="1"/>
              <a:t>nivel</a:t>
            </a:r>
            <a:endParaRPr lang="en-US" noProof="0"/>
          </a:p>
          <a:p>
            <a:pPr lvl="3"/>
            <a:r>
              <a:rPr lang="en-US" noProof="0"/>
              <a:t>Cuarto </a:t>
            </a:r>
            <a:r>
              <a:rPr lang="en-US" noProof="0" err="1"/>
              <a:t>nivel</a:t>
            </a:r>
            <a:endParaRPr lang="en-US" noProof="0"/>
          </a:p>
          <a:p>
            <a:pPr lvl="4"/>
            <a:r>
              <a:rPr lang="en-US" noProof="0"/>
              <a:t>Quinto </a:t>
            </a:r>
            <a:r>
              <a:rPr lang="en-US" noProof="0" err="1"/>
              <a:t>nivel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36986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3C9DAB0B-0F80-4DF8-8ED6-D772F12110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673" y="67359"/>
            <a:ext cx="5856962" cy="679615"/>
          </a:xfrm>
          <a:prstGeom prst="rect">
            <a:avLst/>
          </a:prstGeom>
        </p:spPr>
        <p:txBody>
          <a:bodyPr anchor="ctr"/>
          <a:lstStyle>
            <a:lvl1pPr algn="l"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algn="l" defTabSz="914400" latinLnBrk="0"/>
            <a:r>
              <a:rPr lang="en-US" noProof="0"/>
              <a:t>Title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892B8-B69F-4DDB-8EEB-C4A5EA3189C7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579549" y="1493838"/>
            <a:ext cx="10869770" cy="4881204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  <a:lvl2pPr marL="742913" indent="-285737">
              <a:buFont typeface="Arial" panose="020B0604020202020204" pitchFamily="34" charset="0"/>
              <a:buChar char="•"/>
              <a:defRPr sz="2400"/>
            </a:lvl2pPr>
            <a:lvl3pPr marL="1142942" indent="-228589">
              <a:buFont typeface="Calibri Light" panose="020F0302020204030204" pitchFamily="34" charset="0"/>
              <a:buChar char="-"/>
              <a:defRPr/>
            </a:lvl3pPr>
            <a:lvl4pPr marL="1600120" indent="-228589">
              <a:buFont typeface="Wingdings" panose="05000000000000000000" pitchFamily="2" charset="2"/>
              <a:buChar char="§"/>
              <a:defRPr/>
            </a:lvl4pPr>
          </a:lstStyle>
          <a:p>
            <a:pPr lvl="0"/>
            <a:r>
              <a:rPr lang="en-US" noProof="0"/>
              <a:t>Primer </a:t>
            </a:r>
            <a:r>
              <a:rPr lang="en-US" noProof="0" err="1"/>
              <a:t>Nivel</a:t>
            </a:r>
            <a:endParaRPr lang="en-US" noProof="0"/>
          </a:p>
          <a:p>
            <a:pPr lvl="1"/>
            <a:r>
              <a:rPr lang="en-US" noProof="0"/>
              <a:t>Segundo </a:t>
            </a:r>
            <a:r>
              <a:rPr lang="en-US" noProof="0" err="1"/>
              <a:t>nivel</a:t>
            </a:r>
            <a:endParaRPr lang="en-US" noProof="0"/>
          </a:p>
          <a:p>
            <a:pPr lvl="2"/>
            <a:r>
              <a:rPr lang="en-US" noProof="0" err="1"/>
              <a:t>Tercer</a:t>
            </a:r>
            <a:r>
              <a:rPr lang="en-US" noProof="0"/>
              <a:t> </a:t>
            </a:r>
            <a:r>
              <a:rPr lang="en-US" noProof="0" err="1"/>
              <a:t>nivel</a:t>
            </a:r>
            <a:endParaRPr lang="en-US" noProof="0"/>
          </a:p>
          <a:p>
            <a:pPr lvl="3"/>
            <a:r>
              <a:rPr lang="en-US" noProof="0"/>
              <a:t>Cuarto </a:t>
            </a:r>
            <a:r>
              <a:rPr lang="en-US" noProof="0" err="1"/>
              <a:t>nivel</a:t>
            </a:r>
            <a:endParaRPr lang="en-US" noProof="0"/>
          </a:p>
          <a:p>
            <a:pPr lvl="4"/>
            <a:r>
              <a:rPr lang="en-US" noProof="0"/>
              <a:t>Quinto </a:t>
            </a:r>
            <a:r>
              <a:rPr lang="en-US" noProof="0" err="1"/>
              <a:t>nivel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623803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892B8-B69F-4DDB-8EEB-C4A5EA3189C7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10" name="Marcador de texto 13">
            <a:extLst>
              <a:ext uri="{FF2B5EF4-FFF2-40B4-BE49-F238E27FC236}">
                <a16:creationId xmlns:a16="http://schemas.microsoft.com/office/drawing/2014/main" id="{C71EDFAE-1372-4CB9-9D90-3A7B7009D4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0673" y="358199"/>
            <a:ext cx="6807961" cy="346000"/>
          </a:xfrm>
          <a:prstGeom prst="rect">
            <a:avLst/>
          </a:prstGeom>
        </p:spPr>
        <p:txBody>
          <a:bodyPr/>
          <a:lstStyle>
            <a:lvl1pPr algn="l">
              <a:defRPr lang="es-ES" sz="18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914400" latinLnBrk="0">
              <a:spcBef>
                <a:spcPct val="0"/>
              </a:spcBef>
            </a:pPr>
            <a:r>
              <a:rPr lang="en-US" noProof="0"/>
              <a:t>Subtitle</a:t>
            </a:r>
          </a:p>
        </p:txBody>
      </p:sp>
      <p:sp>
        <p:nvSpPr>
          <p:cNvPr id="11" name="Título 8">
            <a:extLst>
              <a:ext uri="{FF2B5EF4-FFF2-40B4-BE49-F238E27FC236}">
                <a16:creationId xmlns:a16="http://schemas.microsoft.com/office/drawing/2014/main" id="{7AD895D9-D336-46E4-B0DE-FF885EE753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673" y="67360"/>
            <a:ext cx="5856962" cy="346000"/>
          </a:xfrm>
          <a:prstGeom prst="rect">
            <a:avLst/>
          </a:prstGeom>
        </p:spPr>
        <p:txBody>
          <a:bodyPr/>
          <a:lstStyle>
            <a:lvl1pPr algn="l"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algn="l" defTabSz="914400" latinLnBrk="0"/>
            <a:r>
              <a:rPr lang="en-US" noProof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5611336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 preserve="1">
  <p:cSld name="En blanco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6931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3C9DAB0B-0F80-4DF8-8ED6-D772F12110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673" y="67359"/>
            <a:ext cx="5856962" cy="652887"/>
          </a:xfrm>
          <a:prstGeom prst="rect">
            <a:avLst/>
          </a:prstGeom>
        </p:spPr>
        <p:txBody>
          <a:bodyPr/>
          <a:lstStyle>
            <a:lvl1pPr algn="l">
              <a:defRPr lang="en-US" sz="3200" dirty="0">
                <a:solidFill>
                  <a:schemeClr val="bg1"/>
                </a:solidFill>
              </a:defRPr>
            </a:lvl1pPr>
          </a:lstStyle>
          <a:p>
            <a:pPr marL="0" lvl="0" algn="l" defTabSz="914400" latinLnBrk="0"/>
            <a:r>
              <a:rPr lang="en-US" noProof="0"/>
              <a:t>Title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892B8-B69F-4DDB-8EEB-C4A5EA3189C7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579549" y="1493838"/>
            <a:ext cx="10869770" cy="4881204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  <a:lvl2pPr marL="742913" indent="-285737">
              <a:buFont typeface="Arial" panose="020B0604020202020204" pitchFamily="34" charset="0"/>
              <a:buChar char="•"/>
              <a:defRPr sz="2400"/>
            </a:lvl2pPr>
            <a:lvl3pPr marL="1142942" indent="-228589">
              <a:buFont typeface="Calibri Light" panose="020F0302020204030204" pitchFamily="34" charset="0"/>
              <a:buChar char="-"/>
              <a:defRPr/>
            </a:lvl3pPr>
            <a:lvl4pPr marL="1600120" indent="-228589">
              <a:buFont typeface="Wingdings" panose="05000000000000000000" pitchFamily="2" charset="2"/>
              <a:buChar char="§"/>
              <a:defRPr/>
            </a:lvl4pPr>
          </a:lstStyle>
          <a:p>
            <a:pPr lvl="0"/>
            <a:r>
              <a:rPr lang="en-US" noProof="0"/>
              <a:t>Primer </a:t>
            </a:r>
            <a:r>
              <a:rPr lang="en-US" noProof="0" err="1"/>
              <a:t>Nivel</a:t>
            </a:r>
            <a:endParaRPr lang="en-US" noProof="0"/>
          </a:p>
          <a:p>
            <a:pPr lvl="1"/>
            <a:r>
              <a:rPr lang="en-US" noProof="0"/>
              <a:t>Segundo </a:t>
            </a:r>
            <a:r>
              <a:rPr lang="en-US" noProof="0" err="1"/>
              <a:t>nivel</a:t>
            </a:r>
            <a:endParaRPr lang="en-US" noProof="0"/>
          </a:p>
          <a:p>
            <a:pPr lvl="2"/>
            <a:r>
              <a:rPr lang="en-US" noProof="0" err="1"/>
              <a:t>Tercer</a:t>
            </a:r>
            <a:r>
              <a:rPr lang="en-US" noProof="0"/>
              <a:t> </a:t>
            </a:r>
            <a:r>
              <a:rPr lang="en-US" noProof="0" err="1"/>
              <a:t>nivel</a:t>
            </a:r>
            <a:endParaRPr lang="en-US" noProof="0"/>
          </a:p>
          <a:p>
            <a:pPr lvl="3"/>
            <a:r>
              <a:rPr lang="en-US" noProof="0"/>
              <a:t>Cuarto </a:t>
            </a:r>
            <a:r>
              <a:rPr lang="en-US" noProof="0" err="1"/>
              <a:t>nivel</a:t>
            </a:r>
            <a:endParaRPr lang="en-US" noProof="0"/>
          </a:p>
          <a:p>
            <a:pPr lvl="4"/>
            <a:r>
              <a:rPr lang="en-US" noProof="0"/>
              <a:t>Quinto </a:t>
            </a:r>
            <a:r>
              <a:rPr lang="en-US" noProof="0" err="1"/>
              <a:t>nivel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905493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575775" y="2065136"/>
            <a:ext cx="8958329" cy="1656858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baseline="0"/>
            </a:lvl1pPr>
          </a:lstStyle>
          <a:p>
            <a:r>
              <a:rPr lang="en-US" noProof="0" err="1"/>
              <a:t>Título</a:t>
            </a:r>
            <a:r>
              <a:rPr lang="en-US" noProof="0"/>
              <a:t> de la </a:t>
            </a:r>
            <a:r>
              <a:rPr lang="en-US" noProof="0" err="1"/>
              <a:t>presentación</a:t>
            </a:r>
            <a:endParaRPr lang="en-US" noProof="0"/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6597739" y="3952928"/>
            <a:ext cx="4936365" cy="1275895"/>
          </a:xfrm>
          <a:prstGeom prst="rect">
            <a:avLst/>
          </a:prstGeom>
        </p:spPr>
        <p:txBody>
          <a:bodyPr/>
          <a:lstStyle>
            <a:lvl1pPr>
              <a:defRPr sz="2200" baseline="0"/>
            </a:lvl1pPr>
          </a:lstStyle>
          <a:p>
            <a:pPr lvl="0"/>
            <a:r>
              <a:rPr lang="en-US" noProof="0" err="1"/>
              <a:t>Autor</a:t>
            </a:r>
            <a:r>
              <a:rPr lang="en-US" noProof="0"/>
              <a:t> 1</a:t>
            </a:r>
          </a:p>
          <a:p>
            <a:pPr lvl="0"/>
            <a:r>
              <a:rPr lang="en-US" noProof="0" err="1"/>
              <a:t>Autor</a:t>
            </a:r>
            <a:r>
              <a:rPr lang="en-US" noProof="0"/>
              <a:t> 2</a:t>
            </a:r>
          </a:p>
          <a:p>
            <a:pPr lvl="0"/>
            <a:r>
              <a:rPr lang="en-US" noProof="0" err="1"/>
              <a:t>Autor</a:t>
            </a:r>
            <a:r>
              <a:rPr lang="en-US" noProof="0"/>
              <a:t> 3</a:t>
            </a:r>
          </a:p>
        </p:txBody>
      </p:sp>
    </p:spTree>
    <p:extLst>
      <p:ext uri="{BB962C8B-B14F-4D97-AF65-F5344CB8AC3E}">
        <p14:creationId xmlns:p14="http://schemas.microsoft.com/office/powerpoint/2010/main" val="35743958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225F9DDE-2B1E-46F2-8587-D9AAE64AB8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0673" y="358199"/>
            <a:ext cx="6807961" cy="346000"/>
          </a:xfrm>
          <a:prstGeom prst="rect">
            <a:avLst/>
          </a:prstGeom>
        </p:spPr>
        <p:txBody>
          <a:bodyPr/>
          <a:lstStyle>
            <a:lvl1pPr algn="l">
              <a:defRPr lang="es-ES" sz="18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914400" latinLnBrk="0">
              <a:spcBef>
                <a:spcPct val="0"/>
              </a:spcBef>
            </a:pPr>
            <a:r>
              <a:rPr lang="en-US" noProof="0"/>
              <a:t>Subtitle</a:t>
            </a:r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3C9DAB0B-0F80-4DF8-8ED6-D772F12110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673" y="67360"/>
            <a:ext cx="5856962" cy="346000"/>
          </a:xfrm>
          <a:prstGeom prst="rect">
            <a:avLst/>
          </a:prstGeom>
        </p:spPr>
        <p:txBody>
          <a:bodyPr/>
          <a:lstStyle>
            <a:lvl1pPr algn="l"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algn="l" defTabSz="914400" latinLnBrk="0"/>
            <a:r>
              <a:rPr lang="en-US" noProof="0"/>
              <a:t>Title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892B8-B69F-4DDB-8EEB-C4A5EA3189C7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579549" y="1493838"/>
            <a:ext cx="10869770" cy="4881204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  <a:lvl2pPr marL="742913" indent="-285737">
              <a:buFont typeface="Arial" panose="020B0604020202020204" pitchFamily="34" charset="0"/>
              <a:buChar char="•"/>
              <a:defRPr sz="2400"/>
            </a:lvl2pPr>
            <a:lvl3pPr marL="1142942" indent="-228589">
              <a:buFont typeface="Calibri Light" panose="020F0302020204030204" pitchFamily="34" charset="0"/>
              <a:buChar char="-"/>
              <a:defRPr/>
            </a:lvl3pPr>
            <a:lvl4pPr marL="1600120" indent="-228589">
              <a:buFont typeface="Wingdings" panose="05000000000000000000" pitchFamily="2" charset="2"/>
              <a:buChar char="§"/>
              <a:defRPr/>
            </a:lvl4pPr>
          </a:lstStyle>
          <a:p>
            <a:pPr lvl="0"/>
            <a:r>
              <a:rPr lang="en-US" noProof="0"/>
              <a:t>Primer </a:t>
            </a:r>
            <a:r>
              <a:rPr lang="en-US" noProof="0" err="1"/>
              <a:t>Nivel</a:t>
            </a:r>
            <a:endParaRPr lang="en-US" noProof="0"/>
          </a:p>
          <a:p>
            <a:pPr lvl="1"/>
            <a:r>
              <a:rPr lang="en-US" noProof="0"/>
              <a:t>Segundo </a:t>
            </a:r>
            <a:r>
              <a:rPr lang="en-US" noProof="0" err="1"/>
              <a:t>nivel</a:t>
            </a:r>
            <a:endParaRPr lang="en-US" noProof="0"/>
          </a:p>
          <a:p>
            <a:pPr lvl="2"/>
            <a:r>
              <a:rPr lang="en-US" noProof="0" err="1"/>
              <a:t>Tercer</a:t>
            </a:r>
            <a:r>
              <a:rPr lang="en-US" noProof="0"/>
              <a:t> </a:t>
            </a:r>
            <a:r>
              <a:rPr lang="en-US" noProof="0" err="1"/>
              <a:t>nivel</a:t>
            </a:r>
            <a:endParaRPr lang="en-US" noProof="0"/>
          </a:p>
          <a:p>
            <a:pPr lvl="3"/>
            <a:r>
              <a:rPr lang="en-US" noProof="0"/>
              <a:t>Cuarto </a:t>
            </a:r>
            <a:r>
              <a:rPr lang="en-US" noProof="0" err="1"/>
              <a:t>nivel</a:t>
            </a:r>
            <a:endParaRPr lang="en-US" noProof="0"/>
          </a:p>
          <a:p>
            <a:pPr lvl="4"/>
            <a:r>
              <a:rPr lang="en-US" noProof="0"/>
              <a:t>Quinto </a:t>
            </a:r>
            <a:r>
              <a:rPr lang="en-US" noProof="0" err="1"/>
              <a:t>nivel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593646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892B8-B69F-4DDB-8EEB-C4A5EA3189C7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10" name="Marcador de texto 13">
            <a:extLst>
              <a:ext uri="{FF2B5EF4-FFF2-40B4-BE49-F238E27FC236}">
                <a16:creationId xmlns:a16="http://schemas.microsoft.com/office/drawing/2014/main" id="{C71EDFAE-1372-4CB9-9D90-3A7B7009D4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0673" y="358199"/>
            <a:ext cx="6807961" cy="346000"/>
          </a:xfrm>
          <a:prstGeom prst="rect">
            <a:avLst/>
          </a:prstGeom>
        </p:spPr>
        <p:txBody>
          <a:bodyPr/>
          <a:lstStyle>
            <a:lvl1pPr algn="l">
              <a:defRPr lang="es-ES" sz="18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914400" latinLnBrk="0">
              <a:spcBef>
                <a:spcPct val="0"/>
              </a:spcBef>
            </a:pPr>
            <a:r>
              <a:rPr lang="en-US" noProof="0"/>
              <a:t>Subtitle</a:t>
            </a:r>
          </a:p>
        </p:txBody>
      </p:sp>
      <p:sp>
        <p:nvSpPr>
          <p:cNvPr id="11" name="Título 8">
            <a:extLst>
              <a:ext uri="{FF2B5EF4-FFF2-40B4-BE49-F238E27FC236}">
                <a16:creationId xmlns:a16="http://schemas.microsoft.com/office/drawing/2014/main" id="{7AD895D9-D336-46E4-B0DE-FF885EE753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673" y="67360"/>
            <a:ext cx="5856962" cy="346000"/>
          </a:xfrm>
          <a:prstGeom prst="rect">
            <a:avLst/>
          </a:prstGeom>
        </p:spPr>
        <p:txBody>
          <a:bodyPr/>
          <a:lstStyle>
            <a:lvl1pPr algn="l"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algn="l" defTabSz="914400" latinLnBrk="0"/>
            <a:r>
              <a:rPr lang="en-US" noProof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9108598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575775" y="2065136"/>
            <a:ext cx="8958329" cy="1656858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baseline="0"/>
            </a:lvl1pPr>
          </a:lstStyle>
          <a:p>
            <a:r>
              <a:rPr lang="en-US" noProof="0" err="1"/>
              <a:t>Título</a:t>
            </a:r>
            <a:r>
              <a:rPr lang="en-US" noProof="0"/>
              <a:t> de la </a:t>
            </a:r>
            <a:r>
              <a:rPr lang="en-US" noProof="0" err="1"/>
              <a:t>presentación</a:t>
            </a:r>
            <a:endParaRPr lang="en-US" noProof="0"/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6597739" y="3952928"/>
            <a:ext cx="4936365" cy="1275895"/>
          </a:xfrm>
          <a:prstGeom prst="rect">
            <a:avLst/>
          </a:prstGeom>
        </p:spPr>
        <p:txBody>
          <a:bodyPr/>
          <a:lstStyle>
            <a:lvl1pPr>
              <a:defRPr sz="2200" baseline="0"/>
            </a:lvl1pPr>
          </a:lstStyle>
          <a:p>
            <a:pPr lvl="0"/>
            <a:r>
              <a:rPr lang="en-US" noProof="0" err="1"/>
              <a:t>Autor</a:t>
            </a:r>
            <a:r>
              <a:rPr lang="en-US" noProof="0"/>
              <a:t> 1</a:t>
            </a:r>
          </a:p>
          <a:p>
            <a:pPr lvl="0"/>
            <a:r>
              <a:rPr lang="en-US" noProof="0" err="1"/>
              <a:t>Autor</a:t>
            </a:r>
            <a:r>
              <a:rPr lang="en-US" noProof="0"/>
              <a:t> 2</a:t>
            </a:r>
          </a:p>
          <a:p>
            <a:pPr lvl="0"/>
            <a:r>
              <a:rPr lang="en-US" noProof="0" err="1"/>
              <a:t>Autor</a:t>
            </a:r>
            <a:r>
              <a:rPr lang="en-US" noProof="0"/>
              <a:t> 3</a:t>
            </a:r>
          </a:p>
        </p:txBody>
      </p:sp>
    </p:spTree>
    <p:extLst>
      <p:ext uri="{BB962C8B-B14F-4D97-AF65-F5344CB8AC3E}">
        <p14:creationId xmlns:p14="http://schemas.microsoft.com/office/powerpoint/2010/main" val="40080405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225F9DDE-2B1E-46F2-8587-D9AAE64AB8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0673" y="358199"/>
            <a:ext cx="6807961" cy="346000"/>
          </a:xfrm>
          <a:prstGeom prst="rect">
            <a:avLst/>
          </a:prstGeom>
        </p:spPr>
        <p:txBody>
          <a:bodyPr/>
          <a:lstStyle>
            <a:lvl1pPr algn="l">
              <a:defRPr lang="es-ES" sz="18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914400" latinLnBrk="0">
              <a:spcBef>
                <a:spcPct val="0"/>
              </a:spcBef>
            </a:pPr>
            <a:r>
              <a:rPr lang="en-US" noProof="0"/>
              <a:t>Subtitle</a:t>
            </a:r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3C9DAB0B-0F80-4DF8-8ED6-D772F12110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673" y="67360"/>
            <a:ext cx="5856962" cy="346000"/>
          </a:xfrm>
          <a:prstGeom prst="rect">
            <a:avLst/>
          </a:prstGeom>
        </p:spPr>
        <p:txBody>
          <a:bodyPr/>
          <a:lstStyle>
            <a:lvl1pPr algn="l"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algn="l" defTabSz="914400" latinLnBrk="0"/>
            <a:r>
              <a:rPr lang="en-US" noProof="0"/>
              <a:t>Title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892B8-B69F-4DDB-8EEB-C4A5EA3189C7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579549" y="1493838"/>
            <a:ext cx="10869770" cy="4881204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  <a:lvl2pPr marL="742913" indent="-285737">
              <a:buFont typeface="Arial" panose="020B0604020202020204" pitchFamily="34" charset="0"/>
              <a:buChar char="•"/>
              <a:defRPr sz="2400"/>
            </a:lvl2pPr>
            <a:lvl3pPr marL="1142942" indent="-228589">
              <a:buFont typeface="Calibri Light" panose="020F0302020204030204" pitchFamily="34" charset="0"/>
              <a:buChar char="-"/>
              <a:defRPr/>
            </a:lvl3pPr>
            <a:lvl4pPr marL="1600120" indent="-228589">
              <a:buFont typeface="Wingdings" panose="05000000000000000000" pitchFamily="2" charset="2"/>
              <a:buChar char="§"/>
              <a:defRPr/>
            </a:lvl4pPr>
          </a:lstStyle>
          <a:p>
            <a:pPr lvl="0"/>
            <a:r>
              <a:rPr lang="en-US" noProof="0"/>
              <a:t>Primer </a:t>
            </a:r>
            <a:r>
              <a:rPr lang="en-US" noProof="0" err="1"/>
              <a:t>Nivel</a:t>
            </a:r>
            <a:endParaRPr lang="en-US" noProof="0"/>
          </a:p>
          <a:p>
            <a:pPr lvl="1"/>
            <a:r>
              <a:rPr lang="en-US" noProof="0"/>
              <a:t>Segundo </a:t>
            </a:r>
            <a:r>
              <a:rPr lang="en-US" noProof="0" err="1"/>
              <a:t>nivel</a:t>
            </a:r>
            <a:endParaRPr lang="en-US" noProof="0"/>
          </a:p>
          <a:p>
            <a:pPr lvl="2"/>
            <a:r>
              <a:rPr lang="en-US" noProof="0" err="1"/>
              <a:t>Tercer</a:t>
            </a:r>
            <a:r>
              <a:rPr lang="en-US" noProof="0"/>
              <a:t> </a:t>
            </a:r>
            <a:r>
              <a:rPr lang="en-US" noProof="0" err="1"/>
              <a:t>nivel</a:t>
            </a:r>
            <a:endParaRPr lang="en-US" noProof="0"/>
          </a:p>
          <a:p>
            <a:pPr lvl="3"/>
            <a:r>
              <a:rPr lang="en-US" noProof="0"/>
              <a:t>Cuarto </a:t>
            </a:r>
            <a:r>
              <a:rPr lang="en-US" noProof="0" err="1"/>
              <a:t>nivel</a:t>
            </a:r>
            <a:endParaRPr lang="en-US" noProof="0"/>
          </a:p>
          <a:p>
            <a:pPr lvl="4"/>
            <a:r>
              <a:rPr lang="en-US" noProof="0"/>
              <a:t>Quinto </a:t>
            </a:r>
            <a:r>
              <a:rPr lang="en-US" noProof="0" err="1"/>
              <a:t>nivel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075872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892B8-B69F-4DDB-8EEB-C4A5EA3189C7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10" name="Marcador de texto 13">
            <a:extLst>
              <a:ext uri="{FF2B5EF4-FFF2-40B4-BE49-F238E27FC236}">
                <a16:creationId xmlns:a16="http://schemas.microsoft.com/office/drawing/2014/main" id="{C71EDFAE-1372-4CB9-9D90-3A7B7009D4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0673" y="358199"/>
            <a:ext cx="6807961" cy="346000"/>
          </a:xfrm>
          <a:prstGeom prst="rect">
            <a:avLst/>
          </a:prstGeom>
        </p:spPr>
        <p:txBody>
          <a:bodyPr/>
          <a:lstStyle>
            <a:lvl1pPr algn="l">
              <a:defRPr lang="es-ES" sz="18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914400" latinLnBrk="0">
              <a:spcBef>
                <a:spcPct val="0"/>
              </a:spcBef>
            </a:pPr>
            <a:r>
              <a:rPr lang="en-US" noProof="0"/>
              <a:t>Subtitle</a:t>
            </a:r>
          </a:p>
        </p:txBody>
      </p:sp>
      <p:sp>
        <p:nvSpPr>
          <p:cNvPr id="11" name="Título 8">
            <a:extLst>
              <a:ext uri="{FF2B5EF4-FFF2-40B4-BE49-F238E27FC236}">
                <a16:creationId xmlns:a16="http://schemas.microsoft.com/office/drawing/2014/main" id="{7AD895D9-D336-46E4-B0DE-FF885EE753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673" y="67360"/>
            <a:ext cx="5856962" cy="346000"/>
          </a:xfrm>
          <a:prstGeom prst="rect">
            <a:avLst/>
          </a:prstGeom>
        </p:spPr>
        <p:txBody>
          <a:bodyPr/>
          <a:lstStyle>
            <a:lvl1pPr algn="l"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algn="l" defTabSz="914400" latinLnBrk="0"/>
            <a:r>
              <a:rPr lang="en-US" noProof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5353091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449C02B-E9F0-4C35-8092-EC111F95CA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7892B8-B69F-4DDB-8EEB-C4A5EA3189C7}" type="slidenum">
              <a:rPr lang="es-ES" smtClean="0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711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0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20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9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9347200" y="649288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A9DCD924-DC6A-42E7-9178-7B5EE2A337DB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8" name="6 Rectángulo">
            <a:extLst>
              <a:ext uri="{FF2B5EF4-FFF2-40B4-BE49-F238E27FC236}">
                <a16:creationId xmlns:a16="http://schemas.microsoft.com/office/drawing/2014/main" id="{59760382-EDC5-48FC-9CA7-688597118BFD}"/>
              </a:ext>
            </a:extLst>
          </p:cNvPr>
          <p:cNvSpPr/>
          <p:nvPr userDrawn="1"/>
        </p:nvSpPr>
        <p:spPr>
          <a:xfrm>
            <a:off x="-16934" y="-3134"/>
            <a:ext cx="12208934" cy="713984"/>
          </a:xfrm>
          <a:prstGeom prst="rect">
            <a:avLst/>
          </a:prstGeom>
          <a:solidFill>
            <a:schemeClr val="accent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 sz="1800" noProof="0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1FB5B55-B069-4974-94C3-8F7937290C97}"/>
              </a:ext>
            </a:extLst>
          </p:cNvPr>
          <p:cNvSpPr/>
          <p:nvPr userDrawn="1"/>
        </p:nvSpPr>
        <p:spPr>
          <a:xfrm>
            <a:off x="10974886" y="62630"/>
            <a:ext cx="1217114" cy="576197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 descr="Related image">
            <a:extLst>
              <a:ext uri="{FF2B5EF4-FFF2-40B4-BE49-F238E27FC236}">
                <a16:creationId xmlns:a16="http://schemas.microsoft.com/office/drawing/2014/main" id="{614A68D7-2B7E-4696-A202-8170E1B65C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4535" y="118776"/>
            <a:ext cx="996817" cy="47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56124917-B256-4A9B-9528-52ED22D92076}"/>
              </a:ext>
            </a:extLst>
          </p:cNvPr>
          <p:cNvSpPr/>
          <p:nvPr userDrawn="1"/>
        </p:nvSpPr>
        <p:spPr>
          <a:xfrm>
            <a:off x="-16934" y="62630"/>
            <a:ext cx="10826895" cy="576197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6 Rectángulo">
            <a:extLst>
              <a:ext uri="{FF2B5EF4-FFF2-40B4-BE49-F238E27FC236}">
                <a16:creationId xmlns:a16="http://schemas.microsoft.com/office/drawing/2014/main" id="{C1B4A3EE-B960-4689-9F60-DA6AD4AAA015}"/>
              </a:ext>
            </a:extLst>
          </p:cNvPr>
          <p:cNvSpPr/>
          <p:nvPr userDrawn="1"/>
        </p:nvSpPr>
        <p:spPr>
          <a:xfrm>
            <a:off x="-16934" y="-3135"/>
            <a:ext cx="12208934" cy="836115"/>
          </a:xfrm>
          <a:prstGeom prst="rect">
            <a:avLst/>
          </a:prstGeom>
          <a:solidFill>
            <a:srgbClr val="92D050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 sz="1800" noProof="0">
              <a:solidFill>
                <a:schemeClr val="tx1"/>
              </a:solidFill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D1BB08F-F678-4089-8B42-804D593ACE30}"/>
              </a:ext>
            </a:extLst>
          </p:cNvPr>
          <p:cNvSpPr/>
          <p:nvPr userDrawn="1"/>
        </p:nvSpPr>
        <p:spPr>
          <a:xfrm>
            <a:off x="10974886" y="62630"/>
            <a:ext cx="1217114" cy="674759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Related image">
            <a:extLst>
              <a:ext uri="{FF2B5EF4-FFF2-40B4-BE49-F238E27FC236}">
                <a16:creationId xmlns:a16="http://schemas.microsoft.com/office/drawing/2014/main" id="{0FA1E8C5-1F1F-4D95-BF55-D2077E9277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5034" y="179839"/>
            <a:ext cx="996817" cy="47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96812EF5-1169-4A80-8AB0-FCD6577ED89C}"/>
              </a:ext>
            </a:extLst>
          </p:cNvPr>
          <p:cNvSpPr/>
          <p:nvPr userDrawn="1"/>
        </p:nvSpPr>
        <p:spPr>
          <a:xfrm>
            <a:off x="-16934" y="62630"/>
            <a:ext cx="10826895" cy="674759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2A51C3F-8DD4-2FA8-5024-670AA0BEB1DD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946615" y="129696"/>
            <a:ext cx="911184" cy="64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25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49" r:id="rId3"/>
    <p:sldLayoutId id="2147483729" r:id="rId4"/>
  </p:sldLayoutIdLst>
  <p:hf hdr="0" ftr="0" dt="0"/>
  <p:txStyles>
    <p:titleStyle>
      <a:lvl1pPr algn="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0" indent="0" algn="r" rtl="0" eaLnBrk="1" fontAlgn="base" hangingPunct="1">
        <a:spcBef>
          <a:spcPct val="20000"/>
        </a:spcBef>
        <a:spcAft>
          <a:spcPct val="0"/>
        </a:spcAft>
        <a:buFont typeface="Arial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9347200" y="649288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A9DCD924-DC6A-42E7-9178-7B5EE2A337DB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8" name="6 Rectángulo">
            <a:extLst>
              <a:ext uri="{FF2B5EF4-FFF2-40B4-BE49-F238E27FC236}">
                <a16:creationId xmlns:a16="http://schemas.microsoft.com/office/drawing/2014/main" id="{59760382-EDC5-48FC-9CA7-688597118BFD}"/>
              </a:ext>
            </a:extLst>
          </p:cNvPr>
          <p:cNvSpPr/>
          <p:nvPr userDrawn="1"/>
        </p:nvSpPr>
        <p:spPr>
          <a:xfrm>
            <a:off x="-16934" y="-3134"/>
            <a:ext cx="12208934" cy="713984"/>
          </a:xfrm>
          <a:prstGeom prst="rect">
            <a:avLst/>
          </a:prstGeom>
          <a:solidFill>
            <a:schemeClr val="accent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 sz="1800" noProof="0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1FB5B55-B069-4974-94C3-8F7937290C97}"/>
              </a:ext>
            </a:extLst>
          </p:cNvPr>
          <p:cNvSpPr/>
          <p:nvPr userDrawn="1"/>
        </p:nvSpPr>
        <p:spPr>
          <a:xfrm>
            <a:off x="10974886" y="62630"/>
            <a:ext cx="1217114" cy="576197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 descr="Related image">
            <a:extLst>
              <a:ext uri="{FF2B5EF4-FFF2-40B4-BE49-F238E27FC236}">
                <a16:creationId xmlns:a16="http://schemas.microsoft.com/office/drawing/2014/main" id="{614A68D7-2B7E-4696-A202-8170E1B65C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4535" y="118776"/>
            <a:ext cx="996817" cy="47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56124917-B256-4A9B-9528-52ED22D92076}"/>
              </a:ext>
            </a:extLst>
          </p:cNvPr>
          <p:cNvSpPr/>
          <p:nvPr userDrawn="1"/>
        </p:nvSpPr>
        <p:spPr>
          <a:xfrm>
            <a:off x="-16934" y="62630"/>
            <a:ext cx="10826895" cy="576197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6 Rectángulo">
            <a:extLst>
              <a:ext uri="{FF2B5EF4-FFF2-40B4-BE49-F238E27FC236}">
                <a16:creationId xmlns:a16="http://schemas.microsoft.com/office/drawing/2014/main" id="{C1B4A3EE-B960-4689-9F60-DA6AD4AAA015}"/>
              </a:ext>
            </a:extLst>
          </p:cNvPr>
          <p:cNvSpPr/>
          <p:nvPr userDrawn="1"/>
        </p:nvSpPr>
        <p:spPr>
          <a:xfrm>
            <a:off x="-16934" y="-3135"/>
            <a:ext cx="12208934" cy="836115"/>
          </a:xfrm>
          <a:prstGeom prst="rect">
            <a:avLst/>
          </a:prstGeom>
          <a:solidFill>
            <a:schemeClr val="tx2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 sz="1800" noProof="0">
              <a:solidFill>
                <a:schemeClr val="tx1"/>
              </a:solidFill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D1BB08F-F678-4089-8B42-804D593ACE30}"/>
              </a:ext>
            </a:extLst>
          </p:cNvPr>
          <p:cNvSpPr/>
          <p:nvPr userDrawn="1"/>
        </p:nvSpPr>
        <p:spPr>
          <a:xfrm>
            <a:off x="10974886" y="62630"/>
            <a:ext cx="1217114" cy="674759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Related image">
            <a:extLst>
              <a:ext uri="{FF2B5EF4-FFF2-40B4-BE49-F238E27FC236}">
                <a16:creationId xmlns:a16="http://schemas.microsoft.com/office/drawing/2014/main" id="{0FA1E8C5-1F1F-4D95-BF55-D2077E9277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5034" y="179839"/>
            <a:ext cx="996817" cy="47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96812EF5-1169-4A80-8AB0-FCD6577ED89C}"/>
              </a:ext>
            </a:extLst>
          </p:cNvPr>
          <p:cNvSpPr/>
          <p:nvPr userDrawn="1"/>
        </p:nvSpPr>
        <p:spPr>
          <a:xfrm>
            <a:off x="-16934" y="62630"/>
            <a:ext cx="10826895" cy="674759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3636D9C2-2BB0-481D-BB04-FED0EC8369B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946615" y="129696"/>
            <a:ext cx="911184" cy="64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320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5" r:id="rId2"/>
    <p:sldLayoutId id="2147483757" r:id="rId3"/>
  </p:sldLayoutIdLst>
  <p:hf hdr="0" ftr="0" dt="0"/>
  <p:txStyles>
    <p:titleStyle>
      <a:lvl1pPr algn="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0" indent="0" algn="r" rtl="0" eaLnBrk="1" fontAlgn="base" hangingPunct="1">
        <a:spcBef>
          <a:spcPct val="20000"/>
        </a:spcBef>
        <a:spcAft>
          <a:spcPct val="0"/>
        </a:spcAft>
        <a:buFont typeface="Arial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9347200" y="649288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A9DCD924-DC6A-42E7-9178-7B5EE2A337DB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8" name="6 Rectángulo">
            <a:extLst>
              <a:ext uri="{FF2B5EF4-FFF2-40B4-BE49-F238E27FC236}">
                <a16:creationId xmlns:a16="http://schemas.microsoft.com/office/drawing/2014/main" id="{59760382-EDC5-48FC-9CA7-688597118BFD}"/>
              </a:ext>
            </a:extLst>
          </p:cNvPr>
          <p:cNvSpPr/>
          <p:nvPr userDrawn="1"/>
        </p:nvSpPr>
        <p:spPr>
          <a:xfrm>
            <a:off x="-16934" y="-3134"/>
            <a:ext cx="12208934" cy="713984"/>
          </a:xfrm>
          <a:prstGeom prst="rect">
            <a:avLst/>
          </a:prstGeom>
          <a:solidFill>
            <a:schemeClr val="accent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 sz="1800" noProof="0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1FB5B55-B069-4974-94C3-8F7937290C97}"/>
              </a:ext>
            </a:extLst>
          </p:cNvPr>
          <p:cNvSpPr/>
          <p:nvPr userDrawn="1"/>
        </p:nvSpPr>
        <p:spPr>
          <a:xfrm>
            <a:off x="10974886" y="62630"/>
            <a:ext cx="1217114" cy="576197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 descr="Related image">
            <a:extLst>
              <a:ext uri="{FF2B5EF4-FFF2-40B4-BE49-F238E27FC236}">
                <a16:creationId xmlns:a16="http://schemas.microsoft.com/office/drawing/2014/main" id="{614A68D7-2B7E-4696-A202-8170E1B65C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4535" y="118776"/>
            <a:ext cx="996817" cy="47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56124917-B256-4A9B-9528-52ED22D92076}"/>
              </a:ext>
            </a:extLst>
          </p:cNvPr>
          <p:cNvSpPr/>
          <p:nvPr userDrawn="1"/>
        </p:nvSpPr>
        <p:spPr>
          <a:xfrm>
            <a:off x="-16934" y="62630"/>
            <a:ext cx="10826895" cy="576197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6 Rectángulo">
            <a:extLst>
              <a:ext uri="{FF2B5EF4-FFF2-40B4-BE49-F238E27FC236}">
                <a16:creationId xmlns:a16="http://schemas.microsoft.com/office/drawing/2014/main" id="{C1B4A3EE-B960-4689-9F60-DA6AD4AAA015}"/>
              </a:ext>
            </a:extLst>
          </p:cNvPr>
          <p:cNvSpPr/>
          <p:nvPr userDrawn="1"/>
        </p:nvSpPr>
        <p:spPr>
          <a:xfrm>
            <a:off x="-16934" y="-3135"/>
            <a:ext cx="12208934" cy="836115"/>
          </a:xfrm>
          <a:prstGeom prst="rect">
            <a:avLst/>
          </a:prstGeom>
          <a:solidFill>
            <a:schemeClr val="accent2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 sz="1800" noProof="0">
              <a:solidFill>
                <a:schemeClr val="tx1"/>
              </a:solidFill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D1BB08F-F678-4089-8B42-804D593ACE30}"/>
              </a:ext>
            </a:extLst>
          </p:cNvPr>
          <p:cNvSpPr/>
          <p:nvPr userDrawn="1"/>
        </p:nvSpPr>
        <p:spPr>
          <a:xfrm>
            <a:off x="10974886" y="62630"/>
            <a:ext cx="1217114" cy="674759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Related image">
            <a:extLst>
              <a:ext uri="{FF2B5EF4-FFF2-40B4-BE49-F238E27FC236}">
                <a16:creationId xmlns:a16="http://schemas.microsoft.com/office/drawing/2014/main" id="{0FA1E8C5-1F1F-4D95-BF55-D2077E9277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5034" y="179839"/>
            <a:ext cx="996817" cy="47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96812EF5-1169-4A80-8AB0-FCD6577ED89C}"/>
              </a:ext>
            </a:extLst>
          </p:cNvPr>
          <p:cNvSpPr/>
          <p:nvPr userDrawn="1"/>
        </p:nvSpPr>
        <p:spPr>
          <a:xfrm>
            <a:off x="-16934" y="62630"/>
            <a:ext cx="10826895" cy="674759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3636D9C2-2BB0-481D-BB04-FED0EC8369BF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946615" y="129696"/>
            <a:ext cx="911184" cy="64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722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</p:sldLayoutIdLst>
  <p:hf hdr="0" ftr="0" dt="0"/>
  <p:txStyles>
    <p:titleStyle>
      <a:lvl1pPr algn="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0" indent="0" algn="r" rtl="0" eaLnBrk="1" fontAlgn="base" hangingPunct="1">
        <a:spcBef>
          <a:spcPct val="20000"/>
        </a:spcBef>
        <a:spcAft>
          <a:spcPct val="0"/>
        </a:spcAft>
        <a:buFont typeface="Arial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9347200" y="649288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A9DCD924-DC6A-42E7-9178-7B5EE2A337DB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8" name="6 Rectángulo">
            <a:extLst>
              <a:ext uri="{FF2B5EF4-FFF2-40B4-BE49-F238E27FC236}">
                <a16:creationId xmlns:a16="http://schemas.microsoft.com/office/drawing/2014/main" id="{59760382-EDC5-48FC-9CA7-688597118BFD}"/>
              </a:ext>
            </a:extLst>
          </p:cNvPr>
          <p:cNvSpPr/>
          <p:nvPr userDrawn="1"/>
        </p:nvSpPr>
        <p:spPr>
          <a:xfrm>
            <a:off x="-16934" y="-3134"/>
            <a:ext cx="12208934" cy="713984"/>
          </a:xfrm>
          <a:prstGeom prst="rect">
            <a:avLst/>
          </a:prstGeom>
          <a:solidFill>
            <a:schemeClr val="accent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 sz="1800" noProof="0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1FB5B55-B069-4974-94C3-8F7937290C97}"/>
              </a:ext>
            </a:extLst>
          </p:cNvPr>
          <p:cNvSpPr/>
          <p:nvPr userDrawn="1"/>
        </p:nvSpPr>
        <p:spPr>
          <a:xfrm>
            <a:off x="10974886" y="62630"/>
            <a:ext cx="1217114" cy="576197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 descr="Related image">
            <a:extLst>
              <a:ext uri="{FF2B5EF4-FFF2-40B4-BE49-F238E27FC236}">
                <a16:creationId xmlns:a16="http://schemas.microsoft.com/office/drawing/2014/main" id="{614A68D7-2B7E-4696-A202-8170E1B65C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4535" y="118776"/>
            <a:ext cx="996817" cy="47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56124917-B256-4A9B-9528-52ED22D92076}"/>
              </a:ext>
            </a:extLst>
          </p:cNvPr>
          <p:cNvSpPr/>
          <p:nvPr userDrawn="1"/>
        </p:nvSpPr>
        <p:spPr>
          <a:xfrm>
            <a:off x="-16934" y="62630"/>
            <a:ext cx="10826895" cy="576197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6 Rectángulo">
            <a:extLst>
              <a:ext uri="{FF2B5EF4-FFF2-40B4-BE49-F238E27FC236}">
                <a16:creationId xmlns:a16="http://schemas.microsoft.com/office/drawing/2014/main" id="{C1B4A3EE-B960-4689-9F60-DA6AD4AAA015}"/>
              </a:ext>
            </a:extLst>
          </p:cNvPr>
          <p:cNvSpPr/>
          <p:nvPr userDrawn="1"/>
        </p:nvSpPr>
        <p:spPr>
          <a:xfrm>
            <a:off x="-16934" y="-3135"/>
            <a:ext cx="12208934" cy="83611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 sz="1800" noProof="0">
              <a:solidFill>
                <a:schemeClr val="tx1"/>
              </a:solidFill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D1BB08F-F678-4089-8B42-804D593ACE30}"/>
              </a:ext>
            </a:extLst>
          </p:cNvPr>
          <p:cNvSpPr/>
          <p:nvPr userDrawn="1"/>
        </p:nvSpPr>
        <p:spPr>
          <a:xfrm>
            <a:off x="10974886" y="62630"/>
            <a:ext cx="1217114" cy="674759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Related image">
            <a:extLst>
              <a:ext uri="{FF2B5EF4-FFF2-40B4-BE49-F238E27FC236}">
                <a16:creationId xmlns:a16="http://schemas.microsoft.com/office/drawing/2014/main" id="{0FA1E8C5-1F1F-4D95-BF55-D2077E9277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5034" y="179839"/>
            <a:ext cx="996817" cy="47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96812EF5-1169-4A80-8AB0-FCD6577ED89C}"/>
              </a:ext>
            </a:extLst>
          </p:cNvPr>
          <p:cNvSpPr/>
          <p:nvPr userDrawn="1"/>
        </p:nvSpPr>
        <p:spPr>
          <a:xfrm>
            <a:off x="-16934" y="62630"/>
            <a:ext cx="10826895" cy="674759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3636D9C2-2BB0-481D-BB04-FED0EC8369BF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946615" y="129696"/>
            <a:ext cx="911184" cy="64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198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</p:sldLayoutIdLst>
  <p:hf hdr="0" ftr="0" dt="0"/>
  <p:txStyles>
    <p:titleStyle>
      <a:lvl1pPr algn="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0" indent="0" algn="r" rtl="0" eaLnBrk="1" fontAlgn="base" hangingPunct="1">
        <a:spcBef>
          <a:spcPct val="20000"/>
        </a:spcBef>
        <a:spcAft>
          <a:spcPct val="0"/>
        </a:spcAft>
        <a:buFont typeface="Arial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9347200" y="649288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A9DCD924-DC6A-42E7-9178-7B5EE2A337DB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8" name="6 Rectángulo">
            <a:extLst>
              <a:ext uri="{FF2B5EF4-FFF2-40B4-BE49-F238E27FC236}">
                <a16:creationId xmlns:a16="http://schemas.microsoft.com/office/drawing/2014/main" id="{59760382-EDC5-48FC-9CA7-688597118BFD}"/>
              </a:ext>
            </a:extLst>
          </p:cNvPr>
          <p:cNvSpPr/>
          <p:nvPr userDrawn="1"/>
        </p:nvSpPr>
        <p:spPr>
          <a:xfrm>
            <a:off x="-16934" y="-3134"/>
            <a:ext cx="12208934" cy="713984"/>
          </a:xfrm>
          <a:prstGeom prst="rect">
            <a:avLst/>
          </a:prstGeom>
          <a:solidFill>
            <a:schemeClr val="accent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 sz="1800" noProof="0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1FB5B55-B069-4974-94C3-8F7937290C97}"/>
              </a:ext>
            </a:extLst>
          </p:cNvPr>
          <p:cNvSpPr/>
          <p:nvPr userDrawn="1"/>
        </p:nvSpPr>
        <p:spPr>
          <a:xfrm>
            <a:off x="10974886" y="62630"/>
            <a:ext cx="1217114" cy="576197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 descr="Related image">
            <a:extLst>
              <a:ext uri="{FF2B5EF4-FFF2-40B4-BE49-F238E27FC236}">
                <a16:creationId xmlns:a16="http://schemas.microsoft.com/office/drawing/2014/main" id="{614A68D7-2B7E-4696-A202-8170E1B65C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4535" y="118776"/>
            <a:ext cx="996817" cy="47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56124917-B256-4A9B-9528-52ED22D92076}"/>
              </a:ext>
            </a:extLst>
          </p:cNvPr>
          <p:cNvSpPr/>
          <p:nvPr userDrawn="1"/>
        </p:nvSpPr>
        <p:spPr>
          <a:xfrm>
            <a:off x="-16934" y="62630"/>
            <a:ext cx="10826895" cy="576197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6 Rectángulo">
            <a:extLst>
              <a:ext uri="{FF2B5EF4-FFF2-40B4-BE49-F238E27FC236}">
                <a16:creationId xmlns:a16="http://schemas.microsoft.com/office/drawing/2014/main" id="{C1B4A3EE-B960-4689-9F60-DA6AD4AAA015}"/>
              </a:ext>
            </a:extLst>
          </p:cNvPr>
          <p:cNvSpPr/>
          <p:nvPr userDrawn="1"/>
        </p:nvSpPr>
        <p:spPr>
          <a:xfrm>
            <a:off x="-16934" y="-3135"/>
            <a:ext cx="12208934" cy="836115"/>
          </a:xfrm>
          <a:prstGeom prst="rect">
            <a:avLst/>
          </a:prstGeom>
          <a:solidFill>
            <a:srgbClr val="7AB165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 sz="1800" noProof="0">
              <a:solidFill>
                <a:schemeClr val="tx1"/>
              </a:solidFill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D1BB08F-F678-4089-8B42-804D593ACE30}"/>
              </a:ext>
            </a:extLst>
          </p:cNvPr>
          <p:cNvSpPr/>
          <p:nvPr userDrawn="1"/>
        </p:nvSpPr>
        <p:spPr>
          <a:xfrm>
            <a:off x="10974886" y="62630"/>
            <a:ext cx="1217114" cy="674759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Related image">
            <a:extLst>
              <a:ext uri="{FF2B5EF4-FFF2-40B4-BE49-F238E27FC236}">
                <a16:creationId xmlns:a16="http://schemas.microsoft.com/office/drawing/2014/main" id="{0FA1E8C5-1F1F-4D95-BF55-D2077E9277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5034" y="179839"/>
            <a:ext cx="996817" cy="47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96812EF5-1169-4A80-8AB0-FCD6577ED89C}"/>
              </a:ext>
            </a:extLst>
          </p:cNvPr>
          <p:cNvSpPr/>
          <p:nvPr userDrawn="1"/>
        </p:nvSpPr>
        <p:spPr>
          <a:xfrm>
            <a:off x="-16934" y="62630"/>
            <a:ext cx="10826895" cy="674759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3636D9C2-2BB0-481D-BB04-FED0EC8369BF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946615" y="129696"/>
            <a:ext cx="911184" cy="64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745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</p:sldLayoutIdLst>
  <p:hf hdr="0" ftr="0" dt="0"/>
  <p:txStyles>
    <p:titleStyle>
      <a:lvl1pPr algn="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0" indent="0" algn="r" rtl="0" eaLnBrk="1" fontAlgn="base" hangingPunct="1">
        <a:spcBef>
          <a:spcPct val="20000"/>
        </a:spcBef>
        <a:spcAft>
          <a:spcPct val="0"/>
        </a:spcAft>
        <a:buFont typeface="Arial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9347200" y="649288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A9DCD924-DC6A-42E7-9178-7B5EE2A337DB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8" name="6 Rectángulo">
            <a:extLst>
              <a:ext uri="{FF2B5EF4-FFF2-40B4-BE49-F238E27FC236}">
                <a16:creationId xmlns:a16="http://schemas.microsoft.com/office/drawing/2014/main" id="{59760382-EDC5-48FC-9CA7-688597118BFD}"/>
              </a:ext>
            </a:extLst>
          </p:cNvPr>
          <p:cNvSpPr/>
          <p:nvPr userDrawn="1"/>
        </p:nvSpPr>
        <p:spPr>
          <a:xfrm>
            <a:off x="-16934" y="-3134"/>
            <a:ext cx="12208934" cy="713984"/>
          </a:xfrm>
          <a:prstGeom prst="rect">
            <a:avLst/>
          </a:prstGeom>
          <a:solidFill>
            <a:schemeClr val="accent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 sz="1800" noProof="0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1FB5B55-B069-4974-94C3-8F7937290C97}"/>
              </a:ext>
            </a:extLst>
          </p:cNvPr>
          <p:cNvSpPr/>
          <p:nvPr userDrawn="1"/>
        </p:nvSpPr>
        <p:spPr>
          <a:xfrm>
            <a:off x="10974886" y="62630"/>
            <a:ext cx="1217114" cy="576197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 descr="Related image">
            <a:extLst>
              <a:ext uri="{FF2B5EF4-FFF2-40B4-BE49-F238E27FC236}">
                <a16:creationId xmlns:a16="http://schemas.microsoft.com/office/drawing/2014/main" id="{614A68D7-2B7E-4696-A202-8170E1B65C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4535" y="118776"/>
            <a:ext cx="996817" cy="47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56124917-B256-4A9B-9528-52ED22D92076}"/>
              </a:ext>
            </a:extLst>
          </p:cNvPr>
          <p:cNvSpPr/>
          <p:nvPr userDrawn="1"/>
        </p:nvSpPr>
        <p:spPr>
          <a:xfrm>
            <a:off x="-16934" y="62630"/>
            <a:ext cx="10826895" cy="576197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6 Rectángulo">
            <a:extLst>
              <a:ext uri="{FF2B5EF4-FFF2-40B4-BE49-F238E27FC236}">
                <a16:creationId xmlns:a16="http://schemas.microsoft.com/office/drawing/2014/main" id="{C1B4A3EE-B960-4689-9F60-DA6AD4AAA015}"/>
              </a:ext>
            </a:extLst>
          </p:cNvPr>
          <p:cNvSpPr/>
          <p:nvPr userDrawn="1"/>
        </p:nvSpPr>
        <p:spPr>
          <a:xfrm>
            <a:off x="-16934" y="-3135"/>
            <a:ext cx="12208934" cy="836115"/>
          </a:xfrm>
          <a:prstGeom prst="rect">
            <a:avLst/>
          </a:prstGeom>
          <a:solidFill>
            <a:schemeClr val="tx2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 sz="1800" noProof="0">
              <a:solidFill>
                <a:schemeClr val="tx1"/>
              </a:solidFill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D1BB08F-F678-4089-8B42-804D593ACE30}"/>
              </a:ext>
            </a:extLst>
          </p:cNvPr>
          <p:cNvSpPr/>
          <p:nvPr userDrawn="1"/>
        </p:nvSpPr>
        <p:spPr>
          <a:xfrm>
            <a:off x="10974886" y="62630"/>
            <a:ext cx="1217114" cy="674759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Related image">
            <a:extLst>
              <a:ext uri="{FF2B5EF4-FFF2-40B4-BE49-F238E27FC236}">
                <a16:creationId xmlns:a16="http://schemas.microsoft.com/office/drawing/2014/main" id="{0FA1E8C5-1F1F-4D95-BF55-D2077E9277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5034" y="179839"/>
            <a:ext cx="996817" cy="47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96812EF5-1169-4A80-8AB0-FCD6577ED89C}"/>
              </a:ext>
            </a:extLst>
          </p:cNvPr>
          <p:cNvSpPr/>
          <p:nvPr userDrawn="1"/>
        </p:nvSpPr>
        <p:spPr>
          <a:xfrm>
            <a:off x="-16934" y="62630"/>
            <a:ext cx="10826895" cy="674759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EE03FB3-00F3-4860-970F-51990955750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9946615" y="129696"/>
            <a:ext cx="911184" cy="64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074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50" r:id="rId3"/>
    <p:sldLayoutId id="2147483747" r:id="rId4"/>
    <p:sldLayoutId id="2147483748" r:id="rId5"/>
    <p:sldLayoutId id="2147483751" r:id="rId6"/>
  </p:sldLayoutIdLst>
  <p:hf hdr="0" ftr="0" dt="0"/>
  <p:txStyles>
    <p:titleStyle>
      <a:lvl1pPr algn="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0" indent="0" algn="r" rtl="0" eaLnBrk="1" fontAlgn="base" hangingPunct="1">
        <a:spcBef>
          <a:spcPct val="20000"/>
        </a:spcBef>
        <a:spcAft>
          <a:spcPct val="0"/>
        </a:spcAft>
        <a:buFont typeface="Arial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9347200" y="649288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A9DCD924-DC6A-42E7-9178-7B5EE2A337DB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8" name="6 Rectángulo">
            <a:extLst>
              <a:ext uri="{FF2B5EF4-FFF2-40B4-BE49-F238E27FC236}">
                <a16:creationId xmlns:a16="http://schemas.microsoft.com/office/drawing/2014/main" id="{59760382-EDC5-48FC-9CA7-688597118BFD}"/>
              </a:ext>
            </a:extLst>
          </p:cNvPr>
          <p:cNvSpPr/>
          <p:nvPr userDrawn="1"/>
        </p:nvSpPr>
        <p:spPr>
          <a:xfrm>
            <a:off x="-16934" y="-3134"/>
            <a:ext cx="12208934" cy="713984"/>
          </a:xfrm>
          <a:prstGeom prst="rect">
            <a:avLst/>
          </a:prstGeom>
          <a:solidFill>
            <a:schemeClr val="accent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 sz="1800" noProof="0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1FB5B55-B069-4974-94C3-8F7937290C97}"/>
              </a:ext>
            </a:extLst>
          </p:cNvPr>
          <p:cNvSpPr/>
          <p:nvPr userDrawn="1"/>
        </p:nvSpPr>
        <p:spPr>
          <a:xfrm>
            <a:off x="10974886" y="62630"/>
            <a:ext cx="1217114" cy="576197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 descr="Related image">
            <a:extLst>
              <a:ext uri="{FF2B5EF4-FFF2-40B4-BE49-F238E27FC236}">
                <a16:creationId xmlns:a16="http://schemas.microsoft.com/office/drawing/2014/main" id="{614A68D7-2B7E-4696-A202-8170E1B65C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4535" y="118776"/>
            <a:ext cx="996817" cy="47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56124917-B256-4A9B-9528-52ED22D92076}"/>
              </a:ext>
            </a:extLst>
          </p:cNvPr>
          <p:cNvSpPr/>
          <p:nvPr userDrawn="1"/>
        </p:nvSpPr>
        <p:spPr>
          <a:xfrm>
            <a:off x="-16934" y="62630"/>
            <a:ext cx="10826895" cy="576197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6 Rectángulo">
            <a:extLst>
              <a:ext uri="{FF2B5EF4-FFF2-40B4-BE49-F238E27FC236}">
                <a16:creationId xmlns:a16="http://schemas.microsoft.com/office/drawing/2014/main" id="{C1B4A3EE-B960-4689-9F60-DA6AD4AAA015}"/>
              </a:ext>
            </a:extLst>
          </p:cNvPr>
          <p:cNvSpPr/>
          <p:nvPr userDrawn="1"/>
        </p:nvSpPr>
        <p:spPr>
          <a:xfrm>
            <a:off x="-16934" y="-3135"/>
            <a:ext cx="12208934" cy="836115"/>
          </a:xfrm>
          <a:prstGeom prst="rect">
            <a:avLst/>
          </a:prstGeom>
          <a:solidFill>
            <a:schemeClr val="accent3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 sz="1800" noProof="0">
              <a:solidFill>
                <a:schemeClr val="tx1"/>
              </a:solidFill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D1BB08F-F678-4089-8B42-804D593ACE30}"/>
              </a:ext>
            </a:extLst>
          </p:cNvPr>
          <p:cNvSpPr/>
          <p:nvPr userDrawn="1"/>
        </p:nvSpPr>
        <p:spPr>
          <a:xfrm>
            <a:off x="10974886" y="62630"/>
            <a:ext cx="1217114" cy="674759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Related image">
            <a:extLst>
              <a:ext uri="{FF2B5EF4-FFF2-40B4-BE49-F238E27FC236}">
                <a16:creationId xmlns:a16="http://schemas.microsoft.com/office/drawing/2014/main" id="{0FA1E8C5-1F1F-4D95-BF55-D2077E9277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5034" y="179839"/>
            <a:ext cx="996817" cy="47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96812EF5-1169-4A80-8AB0-FCD6577ED89C}"/>
              </a:ext>
            </a:extLst>
          </p:cNvPr>
          <p:cNvSpPr/>
          <p:nvPr userDrawn="1"/>
        </p:nvSpPr>
        <p:spPr>
          <a:xfrm>
            <a:off x="-16934" y="62630"/>
            <a:ext cx="10826895" cy="674759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402E640-7033-755A-0A25-EED77CB4256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946615" y="129696"/>
            <a:ext cx="911184" cy="64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310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</p:sldLayoutIdLst>
  <p:hf hdr="0" ftr="0" dt="0"/>
  <p:txStyles>
    <p:titleStyle>
      <a:lvl1pPr algn="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0" indent="0" algn="r" rtl="0" eaLnBrk="1" fontAlgn="base" hangingPunct="1">
        <a:spcBef>
          <a:spcPct val="20000"/>
        </a:spcBef>
        <a:spcAft>
          <a:spcPct val="0"/>
        </a:spcAft>
        <a:buFont typeface="Arial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9347200" y="649288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A9DCD924-DC6A-42E7-9178-7B5EE2A337DB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8" name="6 Rectángulo">
            <a:extLst>
              <a:ext uri="{FF2B5EF4-FFF2-40B4-BE49-F238E27FC236}">
                <a16:creationId xmlns:a16="http://schemas.microsoft.com/office/drawing/2014/main" id="{59760382-EDC5-48FC-9CA7-688597118BFD}"/>
              </a:ext>
            </a:extLst>
          </p:cNvPr>
          <p:cNvSpPr/>
          <p:nvPr userDrawn="1"/>
        </p:nvSpPr>
        <p:spPr>
          <a:xfrm>
            <a:off x="-16934" y="-3134"/>
            <a:ext cx="12208934" cy="713984"/>
          </a:xfrm>
          <a:prstGeom prst="rect">
            <a:avLst/>
          </a:prstGeom>
          <a:solidFill>
            <a:schemeClr val="accent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 sz="1800" noProof="0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1FB5B55-B069-4974-94C3-8F7937290C97}"/>
              </a:ext>
            </a:extLst>
          </p:cNvPr>
          <p:cNvSpPr/>
          <p:nvPr userDrawn="1"/>
        </p:nvSpPr>
        <p:spPr>
          <a:xfrm>
            <a:off x="10974886" y="62630"/>
            <a:ext cx="1217114" cy="576197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 descr="Related image">
            <a:extLst>
              <a:ext uri="{FF2B5EF4-FFF2-40B4-BE49-F238E27FC236}">
                <a16:creationId xmlns:a16="http://schemas.microsoft.com/office/drawing/2014/main" id="{614A68D7-2B7E-4696-A202-8170E1B65C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4535" y="118776"/>
            <a:ext cx="996817" cy="47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56124917-B256-4A9B-9528-52ED22D92076}"/>
              </a:ext>
            </a:extLst>
          </p:cNvPr>
          <p:cNvSpPr/>
          <p:nvPr userDrawn="1"/>
        </p:nvSpPr>
        <p:spPr>
          <a:xfrm>
            <a:off x="-16934" y="62630"/>
            <a:ext cx="10826895" cy="576197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6 Rectángulo">
            <a:extLst>
              <a:ext uri="{FF2B5EF4-FFF2-40B4-BE49-F238E27FC236}">
                <a16:creationId xmlns:a16="http://schemas.microsoft.com/office/drawing/2014/main" id="{C1B4A3EE-B960-4689-9F60-DA6AD4AAA015}"/>
              </a:ext>
            </a:extLst>
          </p:cNvPr>
          <p:cNvSpPr/>
          <p:nvPr userDrawn="1"/>
        </p:nvSpPr>
        <p:spPr>
          <a:xfrm>
            <a:off x="-16934" y="-3135"/>
            <a:ext cx="12208934" cy="836115"/>
          </a:xfrm>
          <a:prstGeom prst="rect">
            <a:avLst/>
          </a:prstGeom>
          <a:solidFill>
            <a:schemeClr val="accent5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 sz="1800" noProof="0">
              <a:solidFill>
                <a:schemeClr val="tx1"/>
              </a:solidFill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D1BB08F-F678-4089-8B42-804D593ACE30}"/>
              </a:ext>
            </a:extLst>
          </p:cNvPr>
          <p:cNvSpPr/>
          <p:nvPr userDrawn="1"/>
        </p:nvSpPr>
        <p:spPr>
          <a:xfrm>
            <a:off x="10974886" y="62630"/>
            <a:ext cx="1217114" cy="674759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Related image">
            <a:extLst>
              <a:ext uri="{FF2B5EF4-FFF2-40B4-BE49-F238E27FC236}">
                <a16:creationId xmlns:a16="http://schemas.microsoft.com/office/drawing/2014/main" id="{0FA1E8C5-1F1F-4D95-BF55-D2077E9277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5034" y="179839"/>
            <a:ext cx="996817" cy="47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96812EF5-1169-4A80-8AB0-FCD6577ED89C}"/>
              </a:ext>
            </a:extLst>
          </p:cNvPr>
          <p:cNvSpPr/>
          <p:nvPr userDrawn="1"/>
        </p:nvSpPr>
        <p:spPr>
          <a:xfrm>
            <a:off x="-16934" y="62630"/>
            <a:ext cx="10826895" cy="674759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AE76C57-161F-1CFA-2E46-EE0D6691661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946615" y="129696"/>
            <a:ext cx="911184" cy="64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395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</p:sldLayoutIdLst>
  <p:hf hdr="0" ftr="0" dt="0"/>
  <p:txStyles>
    <p:titleStyle>
      <a:lvl1pPr algn="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0" indent="0" algn="r" rtl="0" eaLnBrk="1" fontAlgn="base" hangingPunct="1">
        <a:spcBef>
          <a:spcPct val="20000"/>
        </a:spcBef>
        <a:spcAft>
          <a:spcPct val="0"/>
        </a:spcAft>
        <a:buFont typeface="Arial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3 Marcador de número de diapositiva">
            <a:extLst>
              <a:ext uri="{FF2B5EF4-FFF2-40B4-BE49-F238E27FC236}">
                <a16:creationId xmlns:a16="http://schemas.microsoft.com/office/drawing/2014/main" id="{7C0F8E04-2EDD-4385-8919-C74DFEDD35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7200" y="6492882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7892B8-B69F-4DDB-8EEB-C4A5EA3189C7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6073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jpeg"/><Relationship Id="rId7" Type="http://schemas.openxmlformats.org/officeDocument/2006/relationships/image" Target="../media/image7.jpe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27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27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683CD7-485A-D52B-E85A-220A97F4F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Título</a:t>
            </a:r>
            <a:endParaRPr lang="en-U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81361D4-AA82-09E4-5BA5-C39311BC54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O" dirty="0"/>
              <a:t>Autores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249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Elipse 75">
            <a:extLst>
              <a:ext uri="{FF2B5EF4-FFF2-40B4-BE49-F238E27FC236}">
                <a16:creationId xmlns:a16="http://schemas.microsoft.com/office/drawing/2014/main" id="{253867EE-C57D-4B75-8029-D6696BD1EB2C}"/>
              </a:ext>
            </a:extLst>
          </p:cNvPr>
          <p:cNvSpPr/>
          <p:nvPr/>
        </p:nvSpPr>
        <p:spPr>
          <a:xfrm>
            <a:off x="1145709" y="3356751"/>
            <a:ext cx="859536" cy="859536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41A1527-A2DE-4AC1-940E-42DB33F2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472" y="178482"/>
            <a:ext cx="5856962" cy="346000"/>
          </a:xfrm>
        </p:spPr>
        <p:txBody>
          <a:bodyPr/>
          <a:lstStyle/>
          <a:p>
            <a:r>
              <a:rPr lang="en-US" dirty="0"/>
              <a:t>COPA members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525B5AB-76FF-4F10-9D6F-84741F177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7892B8-B69F-4DDB-8EEB-C4A5EA3189C7}" type="slidenum">
              <a:rPr lang="es-E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6" name="Rectangle 43">
            <a:extLst>
              <a:ext uri="{FF2B5EF4-FFF2-40B4-BE49-F238E27FC236}">
                <a16:creationId xmlns:a16="http://schemas.microsoft.com/office/drawing/2014/main" id="{2D8E58EE-50F9-4A95-92FD-62E71A94C0EE}"/>
              </a:ext>
            </a:extLst>
          </p:cNvPr>
          <p:cNvSpPr/>
          <p:nvPr/>
        </p:nvSpPr>
        <p:spPr>
          <a:xfrm>
            <a:off x="219256" y="1000974"/>
            <a:ext cx="672474" cy="272415"/>
          </a:xfrm>
          <a:prstGeom prst="roundRect">
            <a:avLst/>
          </a:prstGeom>
          <a:solidFill>
            <a:schemeClr val="tx2"/>
          </a:solidFill>
        </p:spPr>
        <p:txBody>
          <a:bodyPr wrap="square" lIns="0" tIns="0" rIns="0" bIns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+mj-lt"/>
              </a:rPr>
              <a:t>Faculty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6AA3EF8D-4D00-44B5-A38C-6D712C2A8C98}"/>
              </a:ext>
            </a:extLst>
          </p:cNvPr>
          <p:cNvSpPr/>
          <p:nvPr/>
        </p:nvSpPr>
        <p:spPr>
          <a:xfrm>
            <a:off x="1289011" y="1373424"/>
            <a:ext cx="859536" cy="868931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angle 43">
            <a:extLst>
              <a:ext uri="{FF2B5EF4-FFF2-40B4-BE49-F238E27FC236}">
                <a16:creationId xmlns:a16="http://schemas.microsoft.com/office/drawing/2014/main" id="{A4F7B9F7-23DF-4EE2-B94A-39FE8E31A78C}"/>
              </a:ext>
            </a:extLst>
          </p:cNvPr>
          <p:cNvSpPr/>
          <p:nvPr/>
        </p:nvSpPr>
        <p:spPr>
          <a:xfrm>
            <a:off x="200706" y="4962254"/>
            <a:ext cx="891859" cy="272415"/>
          </a:xfrm>
          <a:prstGeom prst="roundRect">
            <a:avLst/>
          </a:prstGeom>
          <a:solidFill>
            <a:schemeClr val="tx2"/>
          </a:solidFill>
        </p:spPr>
        <p:txBody>
          <a:bodyPr wrap="none" lIns="0" tIns="0" rIns="0" bIns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+mj-lt"/>
              </a:rPr>
              <a:t>Instructors</a:t>
            </a:r>
          </a:p>
        </p:txBody>
      </p:sp>
      <p:sp>
        <p:nvSpPr>
          <p:cNvPr id="10" name="Rectangle 43">
            <a:extLst>
              <a:ext uri="{FF2B5EF4-FFF2-40B4-BE49-F238E27FC236}">
                <a16:creationId xmlns:a16="http://schemas.microsoft.com/office/drawing/2014/main" id="{BBFD78D5-A1EC-40D3-ABC6-A2470FF64562}"/>
              </a:ext>
            </a:extLst>
          </p:cNvPr>
          <p:cNvSpPr/>
          <p:nvPr/>
        </p:nvSpPr>
        <p:spPr>
          <a:xfrm>
            <a:off x="219255" y="2872441"/>
            <a:ext cx="1441183" cy="272415"/>
          </a:xfrm>
          <a:prstGeom prst="roundRect">
            <a:avLst/>
          </a:prstGeom>
          <a:solidFill>
            <a:schemeClr val="tx2"/>
          </a:solidFill>
        </p:spPr>
        <p:txBody>
          <a:bodyPr wrap="none" lIns="0" tIns="0" rIns="0" bIns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+mj-lt"/>
              </a:rPr>
              <a:t>Doctoral students</a:t>
            </a:r>
          </a:p>
        </p:txBody>
      </p:sp>
      <p:pic>
        <p:nvPicPr>
          <p:cNvPr id="1026" name="Picture 2" descr="Adriana Abrego | Uniandes">
            <a:extLst>
              <a:ext uri="{FF2B5EF4-FFF2-40B4-BE49-F238E27FC236}">
                <a16:creationId xmlns:a16="http://schemas.microsoft.com/office/drawing/2014/main" id="{F2B321C7-A4DE-4145-83AC-9EC40CC9B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391" y="1359778"/>
            <a:ext cx="868932" cy="868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F3684CC6-8C6B-4849-B298-526FDCDC8900}"/>
              </a:ext>
            </a:extLst>
          </p:cNvPr>
          <p:cNvSpPr txBox="1"/>
          <p:nvPr/>
        </p:nvSpPr>
        <p:spPr bwMode="auto">
          <a:xfrm>
            <a:off x="1134820" y="2281869"/>
            <a:ext cx="123399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0000"/>
                </a:solidFill>
              </a:rPr>
              <a:t>Andrés L. Medaglia, </a:t>
            </a:r>
          </a:p>
          <a:p>
            <a:r>
              <a:rPr lang="en-US" sz="1000" b="1" dirty="0">
                <a:solidFill>
                  <a:srgbClr val="000000"/>
                </a:solidFill>
              </a:rPr>
              <a:t>Ph.D.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9C8D16D-D81A-45B2-A903-144C664C2516}"/>
              </a:ext>
            </a:extLst>
          </p:cNvPr>
          <p:cNvSpPr txBox="1"/>
          <p:nvPr/>
        </p:nvSpPr>
        <p:spPr bwMode="auto">
          <a:xfrm>
            <a:off x="5590898" y="2271437"/>
            <a:ext cx="16019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0000"/>
                </a:solidFill>
              </a:rPr>
              <a:t>Adriana Abrego, </a:t>
            </a:r>
          </a:p>
          <a:p>
            <a:r>
              <a:rPr lang="en-US" sz="1000" b="1" dirty="0">
                <a:solidFill>
                  <a:srgbClr val="000000"/>
                </a:solidFill>
              </a:rPr>
              <a:t>Ph.D.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832766A-1E7E-4128-A27B-EA275B30D36C}"/>
              </a:ext>
            </a:extLst>
          </p:cNvPr>
          <p:cNvSpPr txBox="1"/>
          <p:nvPr/>
        </p:nvSpPr>
        <p:spPr bwMode="auto">
          <a:xfrm>
            <a:off x="5068104" y="4293365"/>
            <a:ext cx="838267" cy="538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s-CO" sz="1000" b="1" dirty="0">
                <a:solidFill>
                  <a:srgbClr val="000000"/>
                </a:solidFill>
                <a:latin typeface="+mj-lt"/>
              </a:rPr>
              <a:t>Karla Parra, </a:t>
            </a:r>
          </a:p>
          <a:p>
            <a:r>
              <a:rPr lang="es-CO" sz="1000" b="1" dirty="0">
                <a:solidFill>
                  <a:srgbClr val="000000"/>
                </a:solidFill>
                <a:latin typeface="+mj-lt"/>
              </a:rPr>
              <a:t>M. Sc.</a:t>
            </a:r>
            <a:endParaRPr lang="es-CO" sz="900" dirty="0">
              <a:solidFill>
                <a:srgbClr val="000000"/>
              </a:solidFill>
              <a:latin typeface="+mj-lt"/>
            </a:endParaRPr>
          </a:p>
          <a:p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3BF1E96B-433A-410F-9709-333B8A9A1BCF}"/>
              </a:ext>
            </a:extLst>
          </p:cNvPr>
          <p:cNvSpPr/>
          <p:nvPr/>
        </p:nvSpPr>
        <p:spPr>
          <a:xfrm>
            <a:off x="6001950" y="3353430"/>
            <a:ext cx="859536" cy="859536"/>
          </a:xfrm>
          <a:prstGeom prst="ellipse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3F2B47DC-2F3D-45B5-8DAD-6838A35EB486}"/>
              </a:ext>
            </a:extLst>
          </p:cNvPr>
          <p:cNvSpPr txBox="1"/>
          <p:nvPr/>
        </p:nvSpPr>
        <p:spPr bwMode="auto">
          <a:xfrm>
            <a:off x="5999679" y="4368881"/>
            <a:ext cx="1233993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s-CO" sz="1000" b="1" dirty="0">
                <a:solidFill>
                  <a:srgbClr val="000000"/>
                </a:solidFill>
                <a:latin typeface="+mj-lt"/>
              </a:rPr>
              <a:t>Santiago Perez, </a:t>
            </a:r>
          </a:p>
          <a:p>
            <a:r>
              <a:rPr lang="es-CO" sz="1000" b="1" dirty="0">
                <a:solidFill>
                  <a:srgbClr val="000000"/>
                </a:solidFill>
                <a:latin typeface="+mj-lt"/>
              </a:rPr>
              <a:t>M. Sc.</a:t>
            </a:r>
          </a:p>
          <a:p>
            <a:endParaRPr lang="es-CO" sz="900" dirty="0">
              <a:solidFill>
                <a:srgbClr val="000000"/>
              </a:solidFill>
              <a:latin typeface="+mj-lt"/>
            </a:endParaRPr>
          </a:p>
          <a:p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D0ED8512-D21B-4F7C-B400-B89C4F86872D}"/>
              </a:ext>
            </a:extLst>
          </p:cNvPr>
          <p:cNvSpPr/>
          <p:nvPr/>
        </p:nvSpPr>
        <p:spPr>
          <a:xfrm>
            <a:off x="5012744" y="3346582"/>
            <a:ext cx="859536" cy="859536"/>
          </a:xfrm>
          <a:prstGeom prst="ellipse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0B1C6FE5-EE87-4C26-AC2C-BCD30A514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4762" y="5348720"/>
            <a:ext cx="859536" cy="859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CuadroTexto 36">
            <a:extLst>
              <a:ext uri="{FF2B5EF4-FFF2-40B4-BE49-F238E27FC236}">
                <a16:creationId xmlns:a16="http://schemas.microsoft.com/office/drawing/2014/main" id="{321E6C14-CF6D-4434-88C7-91AB48AC66F6}"/>
              </a:ext>
            </a:extLst>
          </p:cNvPr>
          <p:cNvSpPr txBox="1"/>
          <p:nvPr/>
        </p:nvSpPr>
        <p:spPr bwMode="auto">
          <a:xfrm>
            <a:off x="2203778" y="6194268"/>
            <a:ext cx="123399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s-CO" sz="1000" b="1" dirty="0">
                <a:solidFill>
                  <a:srgbClr val="000000"/>
                </a:solidFill>
                <a:latin typeface="+mj-lt"/>
              </a:rPr>
              <a:t>Alfaima Solano, </a:t>
            </a:r>
          </a:p>
          <a:p>
            <a:r>
              <a:rPr lang="es-CO" sz="1000" b="1" dirty="0">
                <a:solidFill>
                  <a:srgbClr val="000000"/>
                </a:solidFill>
                <a:latin typeface="+mj-lt"/>
              </a:rPr>
              <a:t>M. Sc.</a:t>
            </a:r>
            <a:endParaRPr lang="en-US" sz="900" dirty="0">
              <a:solidFill>
                <a:srgbClr val="000000"/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7BBFF91-82B9-44FD-834E-F164507E50D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3827" y="1376927"/>
            <a:ext cx="848738" cy="859536"/>
          </a:xfrm>
          <a:prstGeom prst="rect">
            <a:avLst/>
          </a:prstGeom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95C0E5F0-0693-4F2C-92EE-4E793FD7E80D}"/>
              </a:ext>
            </a:extLst>
          </p:cNvPr>
          <p:cNvSpPr txBox="1"/>
          <p:nvPr/>
        </p:nvSpPr>
        <p:spPr bwMode="auto">
          <a:xfrm>
            <a:off x="201937" y="2285371"/>
            <a:ext cx="113951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0000"/>
                </a:solidFill>
              </a:rPr>
              <a:t>Mario Castillo, </a:t>
            </a:r>
          </a:p>
          <a:p>
            <a:r>
              <a:rPr lang="en-US" sz="1000" b="1" dirty="0">
                <a:solidFill>
                  <a:srgbClr val="000000"/>
                </a:solidFill>
              </a:rPr>
              <a:t>M.A., D.E.A.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DBDDE76-DA96-4AF4-B38A-8C5874731AC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38928" y="1366320"/>
            <a:ext cx="859536" cy="870471"/>
          </a:xfrm>
          <a:prstGeom prst="rect">
            <a:avLst/>
          </a:prstGeom>
        </p:spPr>
      </p:pic>
      <p:sp>
        <p:nvSpPr>
          <p:cNvPr id="33" name="CuadroTexto 32">
            <a:extLst>
              <a:ext uri="{FF2B5EF4-FFF2-40B4-BE49-F238E27FC236}">
                <a16:creationId xmlns:a16="http://schemas.microsoft.com/office/drawing/2014/main" id="{4AAEAA8B-4AAC-486D-A0BA-76B0EDCB5170}"/>
              </a:ext>
            </a:extLst>
          </p:cNvPr>
          <p:cNvSpPr txBox="1"/>
          <p:nvPr/>
        </p:nvSpPr>
        <p:spPr bwMode="auto">
          <a:xfrm>
            <a:off x="2269515" y="2262536"/>
            <a:ext cx="13543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0000"/>
                </a:solidFill>
              </a:rPr>
              <a:t>Sergio Cabrales,</a:t>
            </a:r>
          </a:p>
          <a:p>
            <a:r>
              <a:rPr lang="en-US" sz="1000" b="1" dirty="0">
                <a:solidFill>
                  <a:srgbClr val="000000"/>
                </a:solidFill>
              </a:rPr>
              <a:t>Ph.D. 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D88FDE92-D7B0-4556-9757-7B265AE979A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52703" y="1356390"/>
            <a:ext cx="858015" cy="868931"/>
          </a:xfrm>
          <a:prstGeom prst="rect">
            <a:avLst/>
          </a:prstGeom>
        </p:spPr>
      </p:pic>
      <p:sp>
        <p:nvSpPr>
          <p:cNvPr id="36" name="CuadroTexto 35">
            <a:extLst>
              <a:ext uri="{FF2B5EF4-FFF2-40B4-BE49-F238E27FC236}">
                <a16:creationId xmlns:a16="http://schemas.microsoft.com/office/drawing/2014/main" id="{F93A0A0B-6CC4-4BB4-BE61-83DE52C4AC78}"/>
              </a:ext>
            </a:extLst>
          </p:cNvPr>
          <p:cNvSpPr txBox="1"/>
          <p:nvPr/>
        </p:nvSpPr>
        <p:spPr bwMode="auto">
          <a:xfrm>
            <a:off x="3452703" y="2263383"/>
            <a:ext cx="9919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0000"/>
                </a:solidFill>
              </a:rPr>
              <a:t>Felipe Montes,</a:t>
            </a:r>
          </a:p>
          <a:p>
            <a:r>
              <a:rPr lang="en-US" sz="1000" b="1" dirty="0">
                <a:solidFill>
                  <a:srgbClr val="000000"/>
                </a:solidFill>
              </a:rPr>
              <a:t>Ph.D. 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959BC787-7372-4E6A-8D0B-882EF21D2A3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6609" y="1350382"/>
            <a:ext cx="868932" cy="868932"/>
          </a:xfrm>
          <a:prstGeom prst="rect">
            <a:avLst/>
          </a:prstGeom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EF14E4AF-44D1-4A0E-A2F2-032E65CFD0D3}"/>
              </a:ext>
            </a:extLst>
          </p:cNvPr>
          <p:cNvSpPr txBox="1"/>
          <p:nvPr/>
        </p:nvSpPr>
        <p:spPr bwMode="auto">
          <a:xfrm>
            <a:off x="4509116" y="2262536"/>
            <a:ext cx="9919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0000"/>
                </a:solidFill>
              </a:rPr>
              <a:t>Carlos Valencia,</a:t>
            </a:r>
          </a:p>
          <a:p>
            <a:r>
              <a:rPr lang="en-US" sz="1000" b="1" dirty="0">
                <a:solidFill>
                  <a:srgbClr val="000000"/>
                </a:solidFill>
              </a:rPr>
              <a:t>Ph.D. 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AEB69DD3-D3C8-4FE9-A422-459D4AD28A5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83570" y="1339327"/>
            <a:ext cx="868932" cy="879987"/>
          </a:xfrm>
          <a:prstGeom prst="rect">
            <a:avLst/>
          </a:prstGeom>
        </p:spPr>
      </p:pic>
      <p:sp>
        <p:nvSpPr>
          <p:cNvPr id="39" name="CuadroTexto 38">
            <a:extLst>
              <a:ext uri="{FF2B5EF4-FFF2-40B4-BE49-F238E27FC236}">
                <a16:creationId xmlns:a16="http://schemas.microsoft.com/office/drawing/2014/main" id="{8D20DDEA-BA9F-4410-8231-FB2C29B9CB0C}"/>
              </a:ext>
            </a:extLst>
          </p:cNvPr>
          <p:cNvSpPr txBox="1"/>
          <p:nvPr/>
        </p:nvSpPr>
        <p:spPr bwMode="auto">
          <a:xfrm>
            <a:off x="6722048" y="2262710"/>
            <a:ext cx="9919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0000"/>
                </a:solidFill>
              </a:rPr>
              <a:t>David Álvarez,</a:t>
            </a:r>
          </a:p>
          <a:p>
            <a:r>
              <a:rPr lang="en-US" sz="1000" b="1" dirty="0">
                <a:solidFill>
                  <a:srgbClr val="000000"/>
                </a:solidFill>
              </a:rPr>
              <a:t>Ph.D. 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23C6A65B-7CD9-4622-8EB5-546F6CDB738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90918" y="1350556"/>
            <a:ext cx="868932" cy="879987"/>
          </a:xfrm>
          <a:prstGeom prst="rect">
            <a:avLst/>
          </a:prstGeom>
        </p:spPr>
      </p:pic>
      <p:sp>
        <p:nvSpPr>
          <p:cNvPr id="41" name="CuadroTexto 40">
            <a:extLst>
              <a:ext uri="{FF2B5EF4-FFF2-40B4-BE49-F238E27FC236}">
                <a16:creationId xmlns:a16="http://schemas.microsoft.com/office/drawing/2014/main" id="{4794C24B-A2B7-440A-99E4-142527BBA6AF}"/>
              </a:ext>
            </a:extLst>
          </p:cNvPr>
          <p:cNvSpPr txBox="1"/>
          <p:nvPr/>
        </p:nvSpPr>
        <p:spPr bwMode="auto">
          <a:xfrm>
            <a:off x="7729396" y="2262710"/>
            <a:ext cx="9919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0000"/>
                </a:solidFill>
              </a:rPr>
              <a:t>Camilo Gómez,</a:t>
            </a:r>
          </a:p>
          <a:p>
            <a:r>
              <a:rPr lang="en-US" sz="1000" b="1" dirty="0">
                <a:solidFill>
                  <a:srgbClr val="000000"/>
                </a:solidFill>
              </a:rPr>
              <a:t>Ph.D. </a:t>
            </a: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5290B792-A3DB-4BF2-BE38-C75C7D6DAC0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25097" y="1339327"/>
            <a:ext cx="868932" cy="879987"/>
          </a:xfrm>
          <a:prstGeom prst="rect">
            <a:avLst/>
          </a:prstGeom>
        </p:spPr>
      </p:pic>
      <p:sp>
        <p:nvSpPr>
          <p:cNvPr id="43" name="CuadroTexto 42">
            <a:extLst>
              <a:ext uri="{FF2B5EF4-FFF2-40B4-BE49-F238E27FC236}">
                <a16:creationId xmlns:a16="http://schemas.microsoft.com/office/drawing/2014/main" id="{FA52B04B-B3D7-4315-83B3-D3BD0F5CFA9D}"/>
              </a:ext>
            </a:extLst>
          </p:cNvPr>
          <p:cNvSpPr txBox="1"/>
          <p:nvPr/>
        </p:nvSpPr>
        <p:spPr bwMode="auto">
          <a:xfrm>
            <a:off x="8863575" y="2280806"/>
            <a:ext cx="113951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0000"/>
                </a:solidFill>
              </a:rPr>
              <a:t>Alejandra Tabares,</a:t>
            </a:r>
          </a:p>
          <a:p>
            <a:r>
              <a:rPr lang="en-US" sz="1000" b="1" dirty="0">
                <a:solidFill>
                  <a:srgbClr val="000000"/>
                </a:solidFill>
              </a:rPr>
              <a:t>Ph.D. </a:t>
            </a:r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1B6AAEC3-E869-4955-A496-E9B0DE9B91A4}"/>
              </a:ext>
            </a:extLst>
          </p:cNvPr>
          <p:cNvSpPr/>
          <p:nvPr/>
        </p:nvSpPr>
        <p:spPr>
          <a:xfrm>
            <a:off x="238428" y="3351537"/>
            <a:ext cx="859536" cy="859536"/>
          </a:xfrm>
          <a:prstGeom prst="ellipse">
            <a:avLst/>
          </a:prstGeom>
          <a:blipFill>
            <a:blip r:embed="rId1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D1E9F32C-4464-4358-8DB2-A7893A9D7A7E}"/>
              </a:ext>
            </a:extLst>
          </p:cNvPr>
          <p:cNvSpPr txBox="1"/>
          <p:nvPr/>
        </p:nvSpPr>
        <p:spPr bwMode="auto">
          <a:xfrm>
            <a:off x="157158" y="4302908"/>
            <a:ext cx="1131853" cy="538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s-CO" sz="1000" b="1" dirty="0">
                <a:solidFill>
                  <a:srgbClr val="000000"/>
                </a:solidFill>
                <a:latin typeface="+mj-lt"/>
              </a:rPr>
              <a:t>Faruk Abedrabbo, </a:t>
            </a:r>
          </a:p>
          <a:p>
            <a:r>
              <a:rPr lang="es-CO" sz="1000" b="1" dirty="0">
                <a:solidFill>
                  <a:srgbClr val="000000"/>
                </a:solidFill>
                <a:latin typeface="+mj-lt"/>
              </a:rPr>
              <a:t>M. Sc.</a:t>
            </a:r>
            <a:endParaRPr lang="es-CO" sz="900" dirty="0">
              <a:solidFill>
                <a:srgbClr val="000000"/>
              </a:solidFill>
              <a:latin typeface="+mj-lt"/>
            </a:endParaRPr>
          </a:p>
          <a:p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26B5285A-9364-4374-A4B1-2C869DC6BF58}"/>
              </a:ext>
            </a:extLst>
          </p:cNvPr>
          <p:cNvSpPr txBox="1"/>
          <p:nvPr/>
        </p:nvSpPr>
        <p:spPr bwMode="auto">
          <a:xfrm>
            <a:off x="1167662" y="4294166"/>
            <a:ext cx="1131853" cy="538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s-CO" sz="1000" b="1" dirty="0">
                <a:solidFill>
                  <a:srgbClr val="000000"/>
                </a:solidFill>
                <a:latin typeface="+mj-lt"/>
              </a:rPr>
              <a:t>Jimmy Castro, </a:t>
            </a:r>
          </a:p>
          <a:p>
            <a:r>
              <a:rPr lang="es-CO" sz="1000" b="1" dirty="0">
                <a:solidFill>
                  <a:srgbClr val="000000"/>
                </a:solidFill>
                <a:latin typeface="+mj-lt"/>
              </a:rPr>
              <a:t>M. Sc.</a:t>
            </a:r>
            <a:endParaRPr lang="es-CO" sz="900" dirty="0">
              <a:solidFill>
                <a:srgbClr val="000000"/>
              </a:solidFill>
              <a:latin typeface="+mj-lt"/>
            </a:endParaRPr>
          </a:p>
          <a:p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991396AE-EDB3-4080-B948-45FEF99DAF3A}"/>
              </a:ext>
            </a:extLst>
          </p:cNvPr>
          <p:cNvSpPr txBox="1"/>
          <p:nvPr/>
        </p:nvSpPr>
        <p:spPr bwMode="auto">
          <a:xfrm>
            <a:off x="157158" y="6192311"/>
            <a:ext cx="123399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s-CO" sz="1000" b="1" dirty="0">
                <a:solidFill>
                  <a:srgbClr val="000000"/>
                </a:solidFill>
                <a:latin typeface="+mj-lt"/>
              </a:rPr>
              <a:t>Catalina Lozano, </a:t>
            </a:r>
          </a:p>
          <a:p>
            <a:r>
              <a:rPr lang="es-CO" sz="1000" b="1" dirty="0">
                <a:solidFill>
                  <a:srgbClr val="000000"/>
                </a:solidFill>
                <a:latin typeface="+mj-lt"/>
              </a:rPr>
              <a:t>M. Sc.</a:t>
            </a:r>
            <a:endParaRPr lang="en-US" sz="900" dirty="0">
              <a:solidFill>
                <a:srgbClr val="000000"/>
              </a:solidFill>
            </a:endParaRPr>
          </a:p>
        </p:txBody>
      </p:sp>
      <p:pic>
        <p:nvPicPr>
          <p:cNvPr id="54" name="Imagen 53">
            <a:extLst>
              <a:ext uri="{FF2B5EF4-FFF2-40B4-BE49-F238E27FC236}">
                <a16:creationId xmlns:a16="http://schemas.microsoft.com/office/drawing/2014/main" id="{8B8EEA58-E0E8-4758-8D05-F477E19075E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28836" y="5337785"/>
            <a:ext cx="859536" cy="870471"/>
          </a:xfrm>
          <a:prstGeom prst="rect">
            <a:avLst/>
          </a:prstGeom>
        </p:spPr>
      </p:pic>
      <p:pic>
        <p:nvPicPr>
          <p:cNvPr id="59" name="Imagen 58">
            <a:extLst>
              <a:ext uri="{FF2B5EF4-FFF2-40B4-BE49-F238E27FC236}">
                <a16:creationId xmlns:a16="http://schemas.microsoft.com/office/drawing/2014/main" id="{65223B70-C180-49AD-82E5-4D632CD96CE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4264" y="5343465"/>
            <a:ext cx="838182" cy="848846"/>
          </a:xfrm>
          <a:prstGeom prst="rect">
            <a:avLst/>
          </a:prstGeom>
        </p:spPr>
      </p:pic>
      <p:sp>
        <p:nvSpPr>
          <p:cNvPr id="62" name="CuadroTexto 61">
            <a:extLst>
              <a:ext uri="{FF2B5EF4-FFF2-40B4-BE49-F238E27FC236}">
                <a16:creationId xmlns:a16="http://schemas.microsoft.com/office/drawing/2014/main" id="{08090BD8-09BD-492A-B8E1-401724B9372C}"/>
              </a:ext>
            </a:extLst>
          </p:cNvPr>
          <p:cNvSpPr txBox="1"/>
          <p:nvPr/>
        </p:nvSpPr>
        <p:spPr bwMode="auto">
          <a:xfrm>
            <a:off x="1171081" y="6192311"/>
            <a:ext cx="123399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s-CO" sz="1000" b="1" dirty="0">
                <a:solidFill>
                  <a:srgbClr val="000000"/>
                </a:solidFill>
                <a:latin typeface="+mj-lt"/>
              </a:rPr>
              <a:t>Daniela Ortíz, </a:t>
            </a:r>
          </a:p>
          <a:p>
            <a:r>
              <a:rPr lang="es-CO" sz="1000" b="1" dirty="0">
                <a:solidFill>
                  <a:srgbClr val="000000"/>
                </a:solidFill>
                <a:latin typeface="+mj-lt"/>
              </a:rPr>
              <a:t>M. Sc.</a:t>
            </a:r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67" name="Elipse 66">
            <a:extLst>
              <a:ext uri="{FF2B5EF4-FFF2-40B4-BE49-F238E27FC236}">
                <a16:creationId xmlns:a16="http://schemas.microsoft.com/office/drawing/2014/main" id="{CF4299F0-C625-44E2-9338-1BEDB0677641}"/>
              </a:ext>
            </a:extLst>
          </p:cNvPr>
          <p:cNvSpPr/>
          <p:nvPr/>
        </p:nvSpPr>
        <p:spPr>
          <a:xfrm>
            <a:off x="2095557" y="3347382"/>
            <a:ext cx="859536" cy="859536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EC9E3F67-6D96-4E27-B297-95D1738EFF76}"/>
              </a:ext>
            </a:extLst>
          </p:cNvPr>
          <p:cNvSpPr txBox="1"/>
          <p:nvPr/>
        </p:nvSpPr>
        <p:spPr bwMode="auto">
          <a:xfrm>
            <a:off x="1999647" y="4294166"/>
            <a:ext cx="1131853" cy="538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s-CO" sz="1000" b="1" dirty="0">
                <a:solidFill>
                  <a:srgbClr val="000000"/>
                </a:solidFill>
                <a:latin typeface="+mj-lt"/>
              </a:rPr>
              <a:t>Rafael Fernandez, </a:t>
            </a:r>
          </a:p>
          <a:p>
            <a:r>
              <a:rPr lang="es-CO" sz="1000" b="1" dirty="0">
                <a:solidFill>
                  <a:srgbClr val="000000"/>
                </a:solidFill>
                <a:latin typeface="+mj-lt"/>
              </a:rPr>
              <a:t>M. Sc.</a:t>
            </a:r>
            <a:endParaRPr lang="es-CO" sz="900" dirty="0">
              <a:solidFill>
                <a:srgbClr val="000000"/>
              </a:solidFill>
              <a:latin typeface="+mj-lt"/>
            </a:endParaRPr>
          </a:p>
          <a:p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69" name="Elipse 68">
            <a:extLst>
              <a:ext uri="{FF2B5EF4-FFF2-40B4-BE49-F238E27FC236}">
                <a16:creationId xmlns:a16="http://schemas.microsoft.com/office/drawing/2014/main" id="{6CDB2531-6DF4-4027-8DA7-F46E09A75C23}"/>
              </a:ext>
            </a:extLst>
          </p:cNvPr>
          <p:cNvSpPr/>
          <p:nvPr/>
        </p:nvSpPr>
        <p:spPr>
          <a:xfrm>
            <a:off x="3110901" y="3347382"/>
            <a:ext cx="859536" cy="859536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85F36CB2-BCA3-4194-A4CA-E6358420EAB8}"/>
              </a:ext>
            </a:extLst>
          </p:cNvPr>
          <p:cNvSpPr txBox="1"/>
          <p:nvPr/>
        </p:nvSpPr>
        <p:spPr bwMode="auto">
          <a:xfrm>
            <a:off x="3014991" y="4294166"/>
            <a:ext cx="1131853" cy="538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s-CO" sz="1000" b="1" dirty="0">
                <a:solidFill>
                  <a:srgbClr val="000000"/>
                </a:solidFill>
                <a:latin typeface="+mj-lt"/>
              </a:rPr>
              <a:t>Juan Martinez, </a:t>
            </a:r>
          </a:p>
          <a:p>
            <a:r>
              <a:rPr lang="es-CO" sz="1000" b="1" dirty="0">
                <a:solidFill>
                  <a:srgbClr val="000000"/>
                </a:solidFill>
                <a:latin typeface="+mj-lt"/>
              </a:rPr>
              <a:t>M. Sc.</a:t>
            </a:r>
            <a:endParaRPr lang="es-CO" sz="900" dirty="0">
              <a:solidFill>
                <a:srgbClr val="000000"/>
              </a:solidFill>
              <a:latin typeface="+mj-lt"/>
            </a:endParaRPr>
          </a:p>
          <a:p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71" name="Elipse 70">
            <a:extLst>
              <a:ext uri="{FF2B5EF4-FFF2-40B4-BE49-F238E27FC236}">
                <a16:creationId xmlns:a16="http://schemas.microsoft.com/office/drawing/2014/main" id="{E28F8D7A-8CD1-4705-906F-D86AE146EDE1}"/>
              </a:ext>
            </a:extLst>
          </p:cNvPr>
          <p:cNvSpPr/>
          <p:nvPr/>
        </p:nvSpPr>
        <p:spPr>
          <a:xfrm>
            <a:off x="4048919" y="3346582"/>
            <a:ext cx="859536" cy="859536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7E5A8381-4077-4DF4-BDAD-4C6148CE5F50}"/>
              </a:ext>
            </a:extLst>
          </p:cNvPr>
          <p:cNvSpPr txBox="1"/>
          <p:nvPr/>
        </p:nvSpPr>
        <p:spPr bwMode="auto">
          <a:xfrm>
            <a:off x="3953009" y="4293366"/>
            <a:ext cx="1131853" cy="538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s-CO" sz="1000" b="1" dirty="0">
                <a:solidFill>
                  <a:srgbClr val="000000"/>
                </a:solidFill>
                <a:latin typeface="+mj-lt"/>
              </a:rPr>
              <a:t>Germán Pantoja, </a:t>
            </a:r>
          </a:p>
          <a:p>
            <a:r>
              <a:rPr lang="es-CO" sz="1000" b="1" dirty="0">
                <a:solidFill>
                  <a:srgbClr val="000000"/>
                </a:solidFill>
                <a:latin typeface="+mj-lt"/>
              </a:rPr>
              <a:t>M. Sc.</a:t>
            </a:r>
            <a:endParaRPr lang="es-CO" sz="900" dirty="0">
              <a:solidFill>
                <a:srgbClr val="000000"/>
              </a:solidFill>
              <a:latin typeface="+mj-lt"/>
            </a:endParaRPr>
          </a:p>
          <a:p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01BF2D5F-5F84-4E17-9344-5BF0CE56EFF0}"/>
              </a:ext>
            </a:extLst>
          </p:cNvPr>
          <p:cNvSpPr/>
          <p:nvPr/>
        </p:nvSpPr>
        <p:spPr>
          <a:xfrm>
            <a:off x="6955022" y="3353430"/>
            <a:ext cx="859536" cy="859536"/>
          </a:xfrm>
          <a:prstGeom prst="ellipse">
            <a:avLst/>
          </a:prstGeom>
          <a:blipFill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60242FEA-7E25-4AFD-BDEF-FEB703005FA5}"/>
              </a:ext>
            </a:extLst>
          </p:cNvPr>
          <p:cNvSpPr txBox="1"/>
          <p:nvPr/>
        </p:nvSpPr>
        <p:spPr bwMode="auto">
          <a:xfrm>
            <a:off x="6901091" y="4300213"/>
            <a:ext cx="1233993" cy="538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s-CO" sz="1000" b="1" dirty="0">
                <a:solidFill>
                  <a:srgbClr val="000000"/>
                </a:solidFill>
                <a:latin typeface="+mj-lt"/>
              </a:rPr>
              <a:t>Felipe Ramírez, </a:t>
            </a:r>
          </a:p>
          <a:p>
            <a:r>
              <a:rPr lang="es-CO" sz="1000" b="1" dirty="0">
                <a:solidFill>
                  <a:srgbClr val="000000"/>
                </a:solidFill>
                <a:latin typeface="+mj-lt"/>
              </a:rPr>
              <a:t>M. Sc.</a:t>
            </a:r>
            <a:endParaRPr lang="es-CO" sz="900" dirty="0">
              <a:solidFill>
                <a:srgbClr val="000000"/>
              </a:solidFill>
              <a:latin typeface="+mj-lt"/>
            </a:endParaRPr>
          </a:p>
          <a:p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77" name="Elipse 76">
            <a:extLst>
              <a:ext uri="{FF2B5EF4-FFF2-40B4-BE49-F238E27FC236}">
                <a16:creationId xmlns:a16="http://schemas.microsoft.com/office/drawing/2014/main" id="{F10A48DF-0BA9-4698-83A6-F24A67C9515A}"/>
              </a:ext>
            </a:extLst>
          </p:cNvPr>
          <p:cNvSpPr/>
          <p:nvPr/>
        </p:nvSpPr>
        <p:spPr>
          <a:xfrm>
            <a:off x="8872636" y="3346582"/>
            <a:ext cx="859536" cy="859536"/>
          </a:xfrm>
          <a:prstGeom prst="ellipse">
            <a:avLst/>
          </a:prstGeom>
          <a:blipFill>
            <a:blip r:embed="rId2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Elipse 78">
            <a:extLst>
              <a:ext uri="{FF2B5EF4-FFF2-40B4-BE49-F238E27FC236}">
                <a16:creationId xmlns:a16="http://schemas.microsoft.com/office/drawing/2014/main" id="{52051108-9FD3-4D90-85C2-7B95C908E895}"/>
              </a:ext>
            </a:extLst>
          </p:cNvPr>
          <p:cNvSpPr/>
          <p:nvPr/>
        </p:nvSpPr>
        <p:spPr>
          <a:xfrm>
            <a:off x="7883774" y="3353430"/>
            <a:ext cx="859536" cy="859536"/>
          </a:xfrm>
          <a:prstGeom prst="ellipse">
            <a:avLst/>
          </a:prstGeom>
          <a:blipFill>
            <a:blip r:embed="rId2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F9429DF2-EC22-41DE-9A45-41BC3273A420}"/>
              </a:ext>
            </a:extLst>
          </p:cNvPr>
          <p:cNvSpPr txBox="1"/>
          <p:nvPr/>
        </p:nvSpPr>
        <p:spPr bwMode="auto">
          <a:xfrm>
            <a:off x="7797397" y="4300213"/>
            <a:ext cx="1233993" cy="538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s-CO" sz="1000" b="1" dirty="0">
                <a:solidFill>
                  <a:srgbClr val="000000"/>
                </a:solidFill>
                <a:latin typeface="+mj-lt"/>
              </a:rPr>
              <a:t>Xiomara Rodríguez, </a:t>
            </a:r>
          </a:p>
          <a:p>
            <a:r>
              <a:rPr lang="es-CO" sz="1000" b="1" dirty="0">
                <a:solidFill>
                  <a:srgbClr val="000000"/>
                </a:solidFill>
                <a:latin typeface="+mj-lt"/>
              </a:rPr>
              <a:t>M. Sc.</a:t>
            </a:r>
            <a:endParaRPr lang="es-CO" sz="900" dirty="0">
              <a:solidFill>
                <a:srgbClr val="000000"/>
              </a:solidFill>
              <a:latin typeface="+mj-lt"/>
            </a:endParaRPr>
          </a:p>
          <a:p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47D1E97E-9A93-4C7A-B11A-CD27CF446E62}"/>
              </a:ext>
            </a:extLst>
          </p:cNvPr>
          <p:cNvSpPr txBox="1"/>
          <p:nvPr/>
        </p:nvSpPr>
        <p:spPr bwMode="auto">
          <a:xfrm>
            <a:off x="8844423" y="4300213"/>
            <a:ext cx="951108" cy="538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s-CO" sz="1000" b="1" dirty="0">
                <a:solidFill>
                  <a:srgbClr val="000000"/>
                </a:solidFill>
                <a:latin typeface="+mj-lt"/>
              </a:rPr>
              <a:t>Daniel Cuellar, </a:t>
            </a:r>
          </a:p>
          <a:p>
            <a:r>
              <a:rPr lang="es-CO" sz="1000" b="1" dirty="0">
                <a:solidFill>
                  <a:srgbClr val="000000"/>
                </a:solidFill>
                <a:latin typeface="+mj-lt"/>
              </a:rPr>
              <a:t>M. Sc.</a:t>
            </a:r>
            <a:endParaRPr lang="es-CO" sz="900" dirty="0">
              <a:solidFill>
                <a:srgbClr val="000000"/>
              </a:solidFill>
              <a:latin typeface="+mj-lt"/>
            </a:endParaRPr>
          </a:p>
          <a:p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82" name="Elipse 81">
            <a:extLst>
              <a:ext uri="{FF2B5EF4-FFF2-40B4-BE49-F238E27FC236}">
                <a16:creationId xmlns:a16="http://schemas.microsoft.com/office/drawing/2014/main" id="{D39263E0-5574-4CF9-8428-E4B48BE278F7}"/>
              </a:ext>
            </a:extLst>
          </p:cNvPr>
          <p:cNvSpPr/>
          <p:nvPr/>
        </p:nvSpPr>
        <p:spPr>
          <a:xfrm>
            <a:off x="9860658" y="3340484"/>
            <a:ext cx="859536" cy="859536"/>
          </a:xfrm>
          <a:prstGeom prst="ellipse">
            <a:avLst/>
          </a:prstGeom>
          <a:blipFill>
            <a:blip r:embed="rId2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C6C15EBC-15DA-4587-ACC2-AD0390E6B26F}"/>
              </a:ext>
            </a:extLst>
          </p:cNvPr>
          <p:cNvSpPr txBox="1"/>
          <p:nvPr/>
        </p:nvSpPr>
        <p:spPr bwMode="auto">
          <a:xfrm>
            <a:off x="9860658" y="4292507"/>
            <a:ext cx="1233993" cy="538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s-CO" sz="1000" b="1" dirty="0">
                <a:solidFill>
                  <a:srgbClr val="000000"/>
                </a:solidFill>
                <a:latin typeface="+mj-lt"/>
              </a:rPr>
              <a:t>Maria Wilches, </a:t>
            </a:r>
          </a:p>
          <a:p>
            <a:r>
              <a:rPr lang="es-CO" sz="1000" b="1" dirty="0">
                <a:solidFill>
                  <a:srgbClr val="000000"/>
                </a:solidFill>
                <a:latin typeface="+mj-lt"/>
              </a:rPr>
              <a:t>M. Sc.</a:t>
            </a:r>
            <a:endParaRPr lang="es-CO" sz="900" dirty="0">
              <a:solidFill>
                <a:srgbClr val="000000"/>
              </a:solidFill>
              <a:latin typeface="+mj-lt"/>
            </a:endParaRPr>
          </a:p>
          <a:p>
            <a:endParaRPr lang="en-US" sz="900" dirty="0">
              <a:solidFill>
                <a:srgbClr val="000000"/>
              </a:solidFill>
            </a:endParaRPr>
          </a:p>
        </p:txBody>
      </p:sp>
      <p:pic>
        <p:nvPicPr>
          <p:cNvPr id="1028" name="Imagen 1027">
            <a:extLst>
              <a:ext uri="{FF2B5EF4-FFF2-40B4-BE49-F238E27FC236}">
                <a16:creationId xmlns:a16="http://schemas.microsoft.com/office/drawing/2014/main" id="{681DB261-D9AE-45A0-A1E3-5A94B8BC0BFE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876002" y="3299853"/>
            <a:ext cx="946237" cy="916434"/>
          </a:xfrm>
          <a:prstGeom prst="rect">
            <a:avLst/>
          </a:prstGeom>
        </p:spPr>
      </p:pic>
      <p:sp>
        <p:nvSpPr>
          <p:cNvPr id="85" name="CuadroTexto 84">
            <a:extLst>
              <a:ext uri="{FF2B5EF4-FFF2-40B4-BE49-F238E27FC236}">
                <a16:creationId xmlns:a16="http://schemas.microsoft.com/office/drawing/2014/main" id="{3C54724E-610C-4CE3-A088-E0A19E7102FE}"/>
              </a:ext>
            </a:extLst>
          </p:cNvPr>
          <p:cNvSpPr txBox="1"/>
          <p:nvPr/>
        </p:nvSpPr>
        <p:spPr bwMode="auto">
          <a:xfrm>
            <a:off x="10891769" y="4292962"/>
            <a:ext cx="1233993" cy="538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s-CO" sz="1000" b="1" dirty="0">
                <a:solidFill>
                  <a:srgbClr val="000000"/>
                </a:solidFill>
                <a:latin typeface="+mj-lt"/>
              </a:rPr>
              <a:t>Diego Salazar, </a:t>
            </a:r>
          </a:p>
          <a:p>
            <a:r>
              <a:rPr lang="es-CO" sz="1000" b="1" dirty="0">
                <a:solidFill>
                  <a:srgbClr val="000000"/>
                </a:solidFill>
                <a:latin typeface="+mj-lt"/>
              </a:rPr>
              <a:t>M. Sc.</a:t>
            </a:r>
            <a:endParaRPr lang="es-CO" sz="900" dirty="0">
              <a:solidFill>
                <a:srgbClr val="000000"/>
              </a:solidFill>
              <a:latin typeface="+mj-lt"/>
            </a:endParaRPr>
          </a:p>
          <a:p>
            <a:endParaRPr lang="en-US" sz="900" dirty="0">
              <a:solidFill>
                <a:srgbClr val="000000"/>
              </a:solidFill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BE3791C3-5CAF-6A4E-D9A1-1D7BE052F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308" y="5348720"/>
            <a:ext cx="859536" cy="859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3F060CE-1D71-28C4-F20F-5992F23EA50E}"/>
              </a:ext>
            </a:extLst>
          </p:cNvPr>
          <p:cNvSpPr txBox="1"/>
          <p:nvPr/>
        </p:nvSpPr>
        <p:spPr bwMode="auto">
          <a:xfrm>
            <a:off x="3216324" y="6194268"/>
            <a:ext cx="123399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s-CO" sz="1000" b="1" dirty="0">
                <a:solidFill>
                  <a:srgbClr val="000000"/>
                </a:solidFill>
                <a:latin typeface="+mj-lt"/>
              </a:rPr>
              <a:t>Daniel Yamin, </a:t>
            </a:r>
          </a:p>
          <a:p>
            <a:r>
              <a:rPr lang="es-CO" sz="1000" b="1" dirty="0">
                <a:solidFill>
                  <a:srgbClr val="000000"/>
                </a:solidFill>
                <a:latin typeface="+mj-lt"/>
              </a:rPr>
              <a:t>M. Sc.</a:t>
            </a:r>
            <a:endParaRPr lang="en-US" sz="900" dirty="0">
              <a:solidFill>
                <a:srgbClr val="000000"/>
              </a:solidFill>
            </a:endParaRPr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5D4F7955-E258-54A7-ACE8-AB6EF757E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9854" y="5348720"/>
            <a:ext cx="859536" cy="859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371BB30-67F7-29AB-FC39-CA87ADDD0FC4}"/>
              </a:ext>
            </a:extLst>
          </p:cNvPr>
          <p:cNvSpPr txBox="1"/>
          <p:nvPr/>
        </p:nvSpPr>
        <p:spPr bwMode="auto">
          <a:xfrm>
            <a:off x="4228870" y="6194268"/>
            <a:ext cx="123399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s-CO" sz="1000" b="1">
                <a:solidFill>
                  <a:srgbClr val="000000"/>
                </a:solidFill>
                <a:latin typeface="+mj-lt"/>
              </a:rPr>
              <a:t>Natalia Pacheco, </a:t>
            </a:r>
            <a:endParaRPr lang="es-CO" sz="1000" b="1" dirty="0">
              <a:solidFill>
                <a:srgbClr val="000000"/>
              </a:solidFill>
              <a:latin typeface="+mj-lt"/>
            </a:endParaRPr>
          </a:p>
          <a:p>
            <a:r>
              <a:rPr lang="es-CO" sz="1000" b="1" dirty="0">
                <a:solidFill>
                  <a:srgbClr val="000000"/>
                </a:solidFill>
                <a:latin typeface="+mj-lt"/>
              </a:rPr>
              <a:t>M. Sc.</a:t>
            </a:r>
            <a:endParaRPr lang="en-US" sz="9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327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1524CBF-925D-4519-BA70-28AFB1912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7892B8-B69F-4DDB-8EEB-C4A5EA3189C7}" type="slidenum">
              <a:rPr lang="es-E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E003EB-6ABF-42AE-BC2A-A70CD902FD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CO" sz="1400" b="1" dirty="0"/>
              <a:t>Autores</a:t>
            </a:r>
            <a:endParaRPr lang="en-US" sz="14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CE7E50C-8524-4D9B-80A9-DB1CB19D6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72" y="67360"/>
            <a:ext cx="6725963" cy="346000"/>
          </a:xfrm>
        </p:spPr>
        <p:txBody>
          <a:bodyPr/>
          <a:lstStyle/>
          <a:p>
            <a:r>
              <a:rPr lang="en-GB" b="1" dirty="0" err="1"/>
              <a:t>Título</a:t>
            </a:r>
            <a:r>
              <a:rPr lang="en-GB" b="1" dirty="0"/>
              <a:t> </a:t>
            </a:r>
            <a:r>
              <a:rPr lang="en-GB" b="1" dirty="0" err="1"/>
              <a:t>investigación</a:t>
            </a:r>
            <a:endParaRPr lang="en-US" b="1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AAC25AB6-B8E6-45B8-B879-305671CB0DBD}"/>
              </a:ext>
            </a:extLst>
          </p:cNvPr>
          <p:cNvSpPr/>
          <p:nvPr/>
        </p:nvSpPr>
        <p:spPr>
          <a:xfrm>
            <a:off x="508477" y="906143"/>
            <a:ext cx="2634116" cy="341373"/>
          </a:xfrm>
          <a:prstGeom prst="roundRect">
            <a:avLst/>
          </a:prstGeom>
          <a:solidFill>
            <a:srgbClr val="333699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Descripción</a:t>
            </a:r>
            <a:r>
              <a:rPr lang="en-US" sz="1600" dirty="0"/>
              <a:t> del </a:t>
            </a:r>
            <a:r>
              <a:rPr lang="en-US" sz="1600" dirty="0" err="1"/>
              <a:t>problema</a:t>
            </a:r>
            <a:endParaRPr lang="en-US" sz="1600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7E9624FA-FA7B-400C-948B-DA152314F1D1}"/>
              </a:ext>
            </a:extLst>
          </p:cNvPr>
          <p:cNvSpPr/>
          <p:nvPr/>
        </p:nvSpPr>
        <p:spPr>
          <a:xfrm>
            <a:off x="508477" y="3515893"/>
            <a:ext cx="2781261" cy="341373"/>
          </a:xfrm>
          <a:prstGeom prst="roundRect">
            <a:avLst/>
          </a:prstGeom>
          <a:solidFill>
            <a:srgbClr val="333699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Resultados</a:t>
            </a:r>
            <a:r>
              <a:rPr lang="en-US" sz="1600" dirty="0"/>
              <a:t> y </a:t>
            </a:r>
            <a:r>
              <a:rPr lang="en-US" sz="1600" dirty="0" err="1"/>
              <a:t>conclusiones</a:t>
            </a:r>
            <a:endParaRPr lang="en-US" sz="1600" dirty="0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53BB0D81-E776-4C7D-9931-93E092CB0CEC}"/>
              </a:ext>
            </a:extLst>
          </p:cNvPr>
          <p:cNvSpPr/>
          <p:nvPr/>
        </p:nvSpPr>
        <p:spPr>
          <a:xfrm>
            <a:off x="7049731" y="922962"/>
            <a:ext cx="2297470" cy="341373"/>
          </a:xfrm>
          <a:prstGeom prst="roundRect">
            <a:avLst/>
          </a:prstGeom>
          <a:solidFill>
            <a:srgbClr val="333699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Metodología</a:t>
            </a:r>
            <a:endParaRPr lang="en-US" sz="1600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535F079-17D0-4F63-A7E4-D0A707BBDED1}"/>
              </a:ext>
            </a:extLst>
          </p:cNvPr>
          <p:cNvSpPr txBox="1"/>
          <p:nvPr/>
        </p:nvSpPr>
        <p:spPr bwMode="auto">
          <a:xfrm>
            <a:off x="445140" y="6373326"/>
            <a:ext cx="2257159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100" dirty="0"/>
              <a:t>[DOI]</a:t>
            </a: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7E3F8016-5FAF-4406-8112-ADF18463DC4C}"/>
              </a:ext>
            </a:extLst>
          </p:cNvPr>
          <p:cNvSpPr/>
          <p:nvPr/>
        </p:nvSpPr>
        <p:spPr>
          <a:xfrm>
            <a:off x="7049730" y="1316477"/>
            <a:ext cx="4863411" cy="2524461"/>
          </a:xfrm>
          <a:prstGeom prst="roundRect">
            <a:avLst>
              <a:gd name="adj" fmla="val 3761"/>
            </a:avLst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BE005134-D8C8-4247-B504-83F0B7C14662}"/>
              </a:ext>
            </a:extLst>
          </p:cNvPr>
          <p:cNvSpPr/>
          <p:nvPr/>
        </p:nvSpPr>
        <p:spPr>
          <a:xfrm>
            <a:off x="508477" y="1316478"/>
            <a:ext cx="6476400" cy="2084545"/>
          </a:xfrm>
          <a:prstGeom prst="roundRect">
            <a:avLst>
              <a:gd name="adj" fmla="val 3761"/>
            </a:avLst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36D31E15-DA48-44F1-A792-99B27DCCD285}"/>
              </a:ext>
            </a:extLst>
          </p:cNvPr>
          <p:cNvSpPr/>
          <p:nvPr/>
        </p:nvSpPr>
        <p:spPr>
          <a:xfrm>
            <a:off x="508475" y="3892688"/>
            <a:ext cx="11404665" cy="2428889"/>
          </a:xfrm>
          <a:prstGeom prst="roundRect">
            <a:avLst>
              <a:gd name="adj" fmla="val 3761"/>
            </a:avLst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860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9" grpId="0"/>
      <p:bldP spid="35" grpId="0" animBg="1"/>
      <p:bldP spid="4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5EE475C-B187-4DEE-5F3E-77CF7FA32E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656A4E1F-BD4B-C0F3-E2BD-15F288BA7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20A0DA6-B7D2-82A2-8DEA-199A4A40A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7892B8-B69F-4DDB-8EEB-C4A5EA3189C7}" type="slidenum">
              <a:rPr lang="es-E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240EC66-9A11-AD13-B538-4F2C6EC6BB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69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B12A481E-E9D6-0243-F682-E368E1F79A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F102CE4-2C3B-B9D0-0ECA-CE4BCAA7A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45C41C9-744D-9D76-6E45-9DB2ED33B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7892B8-B69F-4DDB-8EEB-C4A5EA3189C7}" type="slidenum">
              <a:rPr lang="es-E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917BA3A-B53B-2181-34C8-9AFA63C77B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160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4DCA9F0C-918B-DEC6-5BA9-58BE5AF2BE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DC86D1B-359D-48C6-4C87-DB8C96E81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CE3230A-A7C0-80ED-91C4-049AE61E4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7892B8-B69F-4DDB-8EEB-C4A5EA3189C7}" type="slidenum">
              <a:rPr lang="es-ES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5972761-05DC-5384-1479-4DEE9D3CE0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588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02398759-EE75-6DF8-5447-4DF0CABA5E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6C01E91-E5CF-8EC2-9848-5B2FC3F50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5D9EE40-A938-3D3C-A5C7-81BF9DE2F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7892B8-B69F-4DDB-8EEB-C4A5EA3189C7}" type="slidenum">
              <a:rPr lang="es-ES" smtClean="0">
                <a:solidFill>
                  <a:prstClr val="black"/>
                </a:solidFill>
              </a:rPr>
              <a:pPr>
                <a:defRPr/>
              </a:pPr>
              <a:t>7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72BC86-E97F-9311-D17A-3CB4FF2E2D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019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900330D-7D09-C6C6-B82A-E0871B6E3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7892B8-B69F-4DDB-8EEB-C4A5EA3189C7}" type="slidenum">
              <a:rPr lang="es-ES" smtClean="0">
                <a:solidFill>
                  <a:prstClr val="black"/>
                </a:solidFill>
              </a:rPr>
              <a:pPr>
                <a:defRPr/>
              </a:pPr>
              <a:t>8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2FB161-D0F4-29A7-3CCC-43305D3B2F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4A57F169-F20B-A997-7D08-A527B77BF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221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E9084E-D95D-22D0-8384-81BC28ED3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7892B8-B69F-4DDB-8EEB-C4A5EA3189C7}" type="slidenum">
              <a:rPr lang="es-ES" smtClean="0">
                <a:solidFill>
                  <a:prstClr val="black"/>
                </a:solidFill>
              </a:rPr>
              <a:pPr>
                <a:defRPr/>
              </a:pPr>
              <a:t>9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392AB5-180A-87DC-34C3-E302187315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69473" y="1493838"/>
            <a:ext cx="3235036" cy="4881204"/>
          </a:xfrm>
        </p:spPr>
        <p:txBody>
          <a:bodyPr/>
          <a:lstStyle/>
          <a:p>
            <a:pPr algn="ctr"/>
            <a:r>
              <a:rPr lang="es-CO" dirty="0"/>
              <a:t>¡Gracias!</a:t>
            </a:r>
          </a:p>
          <a:p>
            <a:pPr algn="ctr"/>
            <a:endParaRPr lang="es-CO" dirty="0"/>
          </a:p>
          <a:p>
            <a:pPr algn="ctr"/>
            <a:endParaRPr lang="es-CO" dirty="0"/>
          </a:p>
          <a:p>
            <a:pPr algn="ctr"/>
            <a:r>
              <a:rPr lang="es-CO" dirty="0"/>
              <a:t>¿Preguntas? </a:t>
            </a:r>
          </a:p>
          <a:p>
            <a:pPr algn="ctr"/>
            <a:endParaRPr lang="es-CO" dirty="0"/>
          </a:p>
          <a:p>
            <a:pPr algn="ctr"/>
            <a:endParaRPr lang="es-CO" dirty="0"/>
          </a:p>
          <a:p>
            <a:pPr algn="ctr"/>
            <a:r>
              <a:rPr lang="es-CO" dirty="0"/>
              <a:t>Autor 1 &lt;</a:t>
            </a:r>
            <a:r>
              <a:rPr lang="es-CO" dirty="0" err="1"/>
              <a:t>login</a:t>
            </a:r>
            <a:r>
              <a:rPr lang="es-CO" dirty="0"/>
              <a:t>&gt;</a:t>
            </a:r>
          </a:p>
          <a:p>
            <a:pPr algn="ctr"/>
            <a:r>
              <a:rPr lang="es-CO" dirty="0"/>
              <a:t>Autor 2 &lt;</a:t>
            </a:r>
            <a:r>
              <a:rPr lang="es-CO" dirty="0" err="1"/>
              <a:t>login</a:t>
            </a:r>
            <a:r>
              <a:rPr lang="es-CO" dirty="0"/>
              <a:t>&gt;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8DFF455-8E57-8161-1386-2ACD634192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4455" y="3743434"/>
            <a:ext cx="1779908" cy="1779908"/>
          </a:xfrm>
          <a:prstGeom prst="rect">
            <a:avLst/>
          </a:prstGeom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ED19C4FD-6C6D-AAC3-00CC-056A45B8ECD4}"/>
              </a:ext>
            </a:extLst>
          </p:cNvPr>
          <p:cNvGrpSpPr/>
          <p:nvPr/>
        </p:nvGrpSpPr>
        <p:grpSpPr>
          <a:xfrm>
            <a:off x="6799398" y="1999862"/>
            <a:ext cx="3752393" cy="1172829"/>
            <a:chOff x="5129049" y="248570"/>
            <a:chExt cx="3752393" cy="1172829"/>
          </a:xfrm>
        </p:grpSpPr>
        <p:pic>
          <p:nvPicPr>
            <p:cNvPr id="8" name="Picture 28">
              <a:extLst>
                <a:ext uri="{FF2B5EF4-FFF2-40B4-BE49-F238E27FC236}">
                  <a16:creationId xmlns:a16="http://schemas.microsoft.com/office/drawing/2014/main" id="{95294703-FE1B-BE07-44C3-19F3F81D7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29049" y="248570"/>
              <a:ext cx="697226" cy="1109631"/>
            </a:xfrm>
            <a:prstGeom prst="rect">
              <a:avLst/>
            </a:prstGeom>
          </p:spPr>
        </p:pic>
        <p:sp>
          <p:nvSpPr>
            <p:cNvPr id="9" name="TextBox 29">
              <a:extLst>
                <a:ext uri="{FF2B5EF4-FFF2-40B4-BE49-F238E27FC236}">
                  <a16:creationId xmlns:a16="http://schemas.microsoft.com/office/drawing/2014/main" id="{2B5556E2-0717-A898-86DD-5FB784C2A22A}"/>
                </a:ext>
              </a:extLst>
            </p:cNvPr>
            <p:cNvSpPr txBox="1"/>
            <p:nvPr/>
          </p:nvSpPr>
          <p:spPr>
            <a:xfrm>
              <a:off x="5784501" y="248613"/>
              <a:ext cx="309694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2400" dirty="0">
                  <a:latin typeface="Bahnschrift Light Condensed" panose="020B0502040204020203" pitchFamily="34" charset="0"/>
                </a:rPr>
                <a:t>Centro para la Optimización y la Probabilidad Aplicada </a:t>
              </a:r>
              <a:endParaRPr lang="en-US" sz="2400" dirty="0">
                <a:latin typeface="Bahnschrift Light Condensed" panose="020B0502040204020203" pitchFamily="34" charset="0"/>
              </a:endParaRPr>
            </a:p>
          </p:txBody>
        </p:sp>
        <p:sp>
          <p:nvSpPr>
            <p:cNvPr id="10" name="TextBox 32">
              <a:extLst>
                <a:ext uri="{FF2B5EF4-FFF2-40B4-BE49-F238E27FC236}">
                  <a16:creationId xmlns:a16="http://schemas.microsoft.com/office/drawing/2014/main" id="{0500EB9C-861D-51A6-392A-A37799A4B7F4}"/>
                </a:ext>
              </a:extLst>
            </p:cNvPr>
            <p:cNvSpPr txBox="1"/>
            <p:nvPr/>
          </p:nvSpPr>
          <p:spPr>
            <a:xfrm>
              <a:off x="7015054" y="959734"/>
              <a:ext cx="11627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2400">
                  <a:latin typeface="Bahnschrift SemiLight Condensed" panose="020B0502040204020203" pitchFamily="34" charset="0"/>
                  <a:ea typeface="CMU Concrete" panose="02000603000000000000" pitchFamily="2" charset="0"/>
                  <a:cs typeface="CMU Concrete" panose="02000603000000000000" pitchFamily="2" charset="0"/>
                </a:rPr>
                <a:t>COPA</a:t>
              </a:r>
              <a:endParaRPr lang="en-US" sz="2400">
                <a:latin typeface="Bahnschrift SemiLight Condensed" panose="020B0502040204020203" pitchFamily="34" charset="0"/>
                <a:ea typeface="CMU Concrete" panose="02000603000000000000" pitchFamily="2" charset="0"/>
                <a:cs typeface="CMU Concrete" panose="02000603000000000000" pitchFamily="2" charset="0"/>
              </a:endParaRPr>
            </a:p>
          </p:txBody>
        </p:sp>
        <p:cxnSp>
          <p:nvCxnSpPr>
            <p:cNvPr id="11" name="Straight Connector 36">
              <a:extLst>
                <a:ext uri="{FF2B5EF4-FFF2-40B4-BE49-F238E27FC236}">
                  <a16:creationId xmlns:a16="http://schemas.microsoft.com/office/drawing/2014/main" id="{9FFBE1D5-6248-A346-61A6-DEFF293DA677}"/>
                </a:ext>
              </a:extLst>
            </p:cNvPr>
            <p:cNvCxnSpPr>
              <a:cxnSpLocks/>
            </p:cNvCxnSpPr>
            <p:nvPr/>
          </p:nvCxnSpPr>
          <p:spPr>
            <a:xfrm>
              <a:off x="6129287" y="1180024"/>
              <a:ext cx="839318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37">
              <a:extLst>
                <a:ext uri="{FF2B5EF4-FFF2-40B4-BE49-F238E27FC236}">
                  <a16:creationId xmlns:a16="http://schemas.microsoft.com/office/drawing/2014/main" id="{3EBAD7D8-F40E-12A3-28F5-F084BAA7F4E0}"/>
                </a:ext>
              </a:extLst>
            </p:cNvPr>
            <p:cNvCxnSpPr>
              <a:cxnSpLocks/>
            </p:cNvCxnSpPr>
            <p:nvPr/>
          </p:nvCxnSpPr>
          <p:spPr>
            <a:xfrm>
              <a:off x="7739993" y="1186940"/>
              <a:ext cx="838869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43675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7FC502C1-21B8-4404-801F-F89D3183B181}"/>
              </a:ext>
            </a:extLst>
          </p:cNvPr>
          <p:cNvSpPr/>
          <p:nvPr/>
        </p:nvSpPr>
        <p:spPr>
          <a:xfrm>
            <a:off x="300415" y="162094"/>
            <a:ext cx="3384376" cy="302433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EA807636-7B57-422F-8439-9C22FAB17E27}"/>
              </a:ext>
            </a:extLst>
          </p:cNvPr>
          <p:cNvGrpSpPr/>
          <p:nvPr/>
        </p:nvGrpSpPr>
        <p:grpSpPr>
          <a:xfrm>
            <a:off x="642795" y="450126"/>
            <a:ext cx="2613133" cy="1323439"/>
            <a:chOff x="1979711" y="1988840"/>
            <a:chExt cx="2613133" cy="1323439"/>
          </a:xfrm>
        </p:grpSpPr>
        <p:sp>
          <p:nvSpPr>
            <p:cNvPr id="5" name="Forma libre: forma 4">
              <a:extLst>
                <a:ext uri="{FF2B5EF4-FFF2-40B4-BE49-F238E27FC236}">
                  <a16:creationId xmlns:a16="http://schemas.microsoft.com/office/drawing/2014/main" id="{6CC2CCE2-69E9-4E6A-B225-BBF91FA5AB2D}"/>
                </a:ext>
              </a:extLst>
            </p:cNvPr>
            <p:cNvSpPr/>
            <p:nvPr/>
          </p:nvSpPr>
          <p:spPr>
            <a:xfrm>
              <a:off x="1979711" y="2276871"/>
              <a:ext cx="472153" cy="800557"/>
            </a:xfrm>
            <a:custGeom>
              <a:avLst/>
              <a:gdLst>
                <a:gd name="connsiteX0" fmla="*/ 603019 w 2640879"/>
                <a:gd name="connsiteY0" fmla="*/ 0 h 4598505"/>
                <a:gd name="connsiteX1" fmla="*/ 1239124 w 2640879"/>
                <a:gd name="connsiteY1" fmla="*/ 463826 h 4598505"/>
                <a:gd name="connsiteX2" fmla="*/ 26550 w 2640879"/>
                <a:gd name="connsiteY2" fmla="*/ 2445026 h 4598505"/>
                <a:gd name="connsiteX3" fmla="*/ 2623976 w 2640879"/>
                <a:gd name="connsiteY3" fmla="*/ 1762539 h 4598505"/>
                <a:gd name="connsiteX4" fmla="*/ 1166237 w 2640879"/>
                <a:gd name="connsiteY4" fmla="*/ 3836505 h 4598505"/>
                <a:gd name="connsiteX5" fmla="*/ 1557176 w 2640879"/>
                <a:gd name="connsiteY5" fmla="*/ 4598505 h 4598505"/>
                <a:gd name="connsiteX0" fmla="*/ 600735 w 2638595"/>
                <a:gd name="connsiteY0" fmla="*/ 0 h 4598505"/>
                <a:gd name="connsiteX1" fmla="*/ 1283223 w 2638595"/>
                <a:gd name="connsiteY1" fmla="*/ 523461 h 4598505"/>
                <a:gd name="connsiteX2" fmla="*/ 24266 w 2638595"/>
                <a:gd name="connsiteY2" fmla="*/ 2445026 h 4598505"/>
                <a:gd name="connsiteX3" fmla="*/ 2621692 w 2638595"/>
                <a:gd name="connsiteY3" fmla="*/ 1762539 h 4598505"/>
                <a:gd name="connsiteX4" fmla="*/ 1163953 w 2638595"/>
                <a:gd name="connsiteY4" fmla="*/ 3836505 h 4598505"/>
                <a:gd name="connsiteX5" fmla="*/ 1554892 w 2638595"/>
                <a:gd name="connsiteY5" fmla="*/ 4598505 h 4598505"/>
                <a:gd name="connsiteX0" fmla="*/ 600735 w 2638595"/>
                <a:gd name="connsiteY0" fmla="*/ 0 h 4598505"/>
                <a:gd name="connsiteX1" fmla="*/ 1283223 w 2638595"/>
                <a:gd name="connsiteY1" fmla="*/ 523461 h 4598505"/>
                <a:gd name="connsiteX2" fmla="*/ 24266 w 2638595"/>
                <a:gd name="connsiteY2" fmla="*/ 2445026 h 4598505"/>
                <a:gd name="connsiteX3" fmla="*/ 2621692 w 2638595"/>
                <a:gd name="connsiteY3" fmla="*/ 1762539 h 4598505"/>
                <a:gd name="connsiteX4" fmla="*/ 1163953 w 2638595"/>
                <a:gd name="connsiteY4" fmla="*/ 3836505 h 4598505"/>
                <a:gd name="connsiteX5" fmla="*/ 1554892 w 2638595"/>
                <a:gd name="connsiteY5" fmla="*/ 4598505 h 4598505"/>
                <a:gd name="connsiteX0" fmla="*/ 598770 w 2636630"/>
                <a:gd name="connsiteY0" fmla="*/ 0 h 4598505"/>
                <a:gd name="connsiteX1" fmla="*/ 1281258 w 2636630"/>
                <a:gd name="connsiteY1" fmla="*/ 523461 h 4598505"/>
                <a:gd name="connsiteX2" fmla="*/ 22301 w 2636630"/>
                <a:gd name="connsiteY2" fmla="*/ 2445026 h 4598505"/>
                <a:gd name="connsiteX3" fmla="*/ 2619727 w 2636630"/>
                <a:gd name="connsiteY3" fmla="*/ 1762539 h 4598505"/>
                <a:gd name="connsiteX4" fmla="*/ 1161988 w 2636630"/>
                <a:gd name="connsiteY4" fmla="*/ 3836505 h 4598505"/>
                <a:gd name="connsiteX5" fmla="*/ 1552927 w 2636630"/>
                <a:gd name="connsiteY5" fmla="*/ 4598505 h 4598505"/>
                <a:gd name="connsiteX0" fmla="*/ 576469 w 2614329"/>
                <a:gd name="connsiteY0" fmla="*/ 0 h 4598505"/>
                <a:gd name="connsiteX1" fmla="*/ 1258957 w 2614329"/>
                <a:gd name="connsiteY1" fmla="*/ 523461 h 4598505"/>
                <a:gd name="connsiteX2" fmla="*/ 0 w 2614329"/>
                <a:gd name="connsiteY2" fmla="*/ 2445026 h 4598505"/>
                <a:gd name="connsiteX3" fmla="*/ 2597426 w 2614329"/>
                <a:gd name="connsiteY3" fmla="*/ 1762539 h 4598505"/>
                <a:gd name="connsiteX4" fmla="*/ 1139687 w 2614329"/>
                <a:gd name="connsiteY4" fmla="*/ 3836505 h 4598505"/>
                <a:gd name="connsiteX5" fmla="*/ 1530626 w 2614329"/>
                <a:gd name="connsiteY5" fmla="*/ 4598505 h 4598505"/>
                <a:gd name="connsiteX0" fmla="*/ 576469 w 2614329"/>
                <a:gd name="connsiteY0" fmla="*/ 0 h 4598505"/>
                <a:gd name="connsiteX1" fmla="*/ 1258957 w 2614329"/>
                <a:gd name="connsiteY1" fmla="*/ 523461 h 4598505"/>
                <a:gd name="connsiteX2" fmla="*/ 0 w 2614329"/>
                <a:gd name="connsiteY2" fmla="*/ 2445026 h 4598505"/>
                <a:gd name="connsiteX3" fmla="*/ 2597426 w 2614329"/>
                <a:gd name="connsiteY3" fmla="*/ 1762539 h 4598505"/>
                <a:gd name="connsiteX4" fmla="*/ 1139687 w 2614329"/>
                <a:gd name="connsiteY4" fmla="*/ 3836505 h 4598505"/>
                <a:gd name="connsiteX5" fmla="*/ 1530626 w 2614329"/>
                <a:gd name="connsiteY5" fmla="*/ 4598505 h 4598505"/>
                <a:gd name="connsiteX0" fmla="*/ 576469 w 2614329"/>
                <a:gd name="connsiteY0" fmla="*/ 0 h 4598505"/>
                <a:gd name="connsiteX1" fmla="*/ 1258957 w 2614329"/>
                <a:gd name="connsiteY1" fmla="*/ 523461 h 4598505"/>
                <a:gd name="connsiteX2" fmla="*/ 0 w 2614329"/>
                <a:gd name="connsiteY2" fmla="*/ 2445026 h 4598505"/>
                <a:gd name="connsiteX3" fmla="*/ 2597426 w 2614329"/>
                <a:gd name="connsiteY3" fmla="*/ 1762539 h 4598505"/>
                <a:gd name="connsiteX4" fmla="*/ 1139687 w 2614329"/>
                <a:gd name="connsiteY4" fmla="*/ 3836505 h 4598505"/>
                <a:gd name="connsiteX5" fmla="*/ 1530626 w 2614329"/>
                <a:gd name="connsiteY5" fmla="*/ 4598505 h 4598505"/>
                <a:gd name="connsiteX0" fmla="*/ 576469 w 2597426"/>
                <a:gd name="connsiteY0" fmla="*/ 0 h 4598505"/>
                <a:gd name="connsiteX1" fmla="*/ 1258957 w 2597426"/>
                <a:gd name="connsiteY1" fmla="*/ 523461 h 4598505"/>
                <a:gd name="connsiteX2" fmla="*/ 0 w 2597426"/>
                <a:gd name="connsiteY2" fmla="*/ 2445026 h 4598505"/>
                <a:gd name="connsiteX3" fmla="*/ 2597426 w 2597426"/>
                <a:gd name="connsiteY3" fmla="*/ 1762539 h 4598505"/>
                <a:gd name="connsiteX4" fmla="*/ 1139687 w 2597426"/>
                <a:gd name="connsiteY4" fmla="*/ 3836505 h 4598505"/>
                <a:gd name="connsiteX5" fmla="*/ 1530626 w 2597426"/>
                <a:gd name="connsiteY5" fmla="*/ 4598505 h 4598505"/>
                <a:gd name="connsiteX0" fmla="*/ 576469 w 2597426"/>
                <a:gd name="connsiteY0" fmla="*/ 0 h 4598505"/>
                <a:gd name="connsiteX1" fmla="*/ 1258957 w 2597426"/>
                <a:gd name="connsiteY1" fmla="*/ 523461 h 4598505"/>
                <a:gd name="connsiteX2" fmla="*/ 0 w 2597426"/>
                <a:gd name="connsiteY2" fmla="*/ 2445026 h 4598505"/>
                <a:gd name="connsiteX3" fmla="*/ 2597426 w 2597426"/>
                <a:gd name="connsiteY3" fmla="*/ 1762539 h 4598505"/>
                <a:gd name="connsiteX4" fmla="*/ 1133061 w 2597426"/>
                <a:gd name="connsiteY4" fmla="*/ 3624470 h 4598505"/>
                <a:gd name="connsiteX5" fmla="*/ 1530626 w 2597426"/>
                <a:gd name="connsiteY5" fmla="*/ 4598505 h 4598505"/>
                <a:gd name="connsiteX0" fmla="*/ 576469 w 2597426"/>
                <a:gd name="connsiteY0" fmla="*/ 0 h 4532244"/>
                <a:gd name="connsiteX1" fmla="*/ 1258957 w 2597426"/>
                <a:gd name="connsiteY1" fmla="*/ 523461 h 4532244"/>
                <a:gd name="connsiteX2" fmla="*/ 0 w 2597426"/>
                <a:gd name="connsiteY2" fmla="*/ 2445026 h 4532244"/>
                <a:gd name="connsiteX3" fmla="*/ 2597426 w 2597426"/>
                <a:gd name="connsiteY3" fmla="*/ 1762539 h 4532244"/>
                <a:gd name="connsiteX4" fmla="*/ 1133061 w 2597426"/>
                <a:gd name="connsiteY4" fmla="*/ 3624470 h 4532244"/>
                <a:gd name="connsiteX5" fmla="*/ 1583634 w 2597426"/>
                <a:gd name="connsiteY5" fmla="*/ 4532244 h 4532244"/>
                <a:gd name="connsiteX0" fmla="*/ 589721 w 2597426"/>
                <a:gd name="connsiteY0" fmla="*/ 0 h 4525618"/>
                <a:gd name="connsiteX1" fmla="*/ 1258957 w 2597426"/>
                <a:gd name="connsiteY1" fmla="*/ 516835 h 4525618"/>
                <a:gd name="connsiteX2" fmla="*/ 0 w 2597426"/>
                <a:gd name="connsiteY2" fmla="*/ 2438400 h 4525618"/>
                <a:gd name="connsiteX3" fmla="*/ 2597426 w 2597426"/>
                <a:gd name="connsiteY3" fmla="*/ 1755913 h 4525618"/>
                <a:gd name="connsiteX4" fmla="*/ 1133061 w 2597426"/>
                <a:gd name="connsiteY4" fmla="*/ 3617844 h 4525618"/>
                <a:gd name="connsiteX5" fmla="*/ 1583634 w 2597426"/>
                <a:gd name="connsiteY5" fmla="*/ 4525618 h 4525618"/>
                <a:gd name="connsiteX0" fmla="*/ 589721 w 2597426"/>
                <a:gd name="connsiteY0" fmla="*/ 2842 h 4528460"/>
                <a:gd name="connsiteX1" fmla="*/ 1258957 w 2597426"/>
                <a:gd name="connsiteY1" fmla="*/ 519677 h 4528460"/>
                <a:gd name="connsiteX2" fmla="*/ 0 w 2597426"/>
                <a:gd name="connsiteY2" fmla="*/ 2441242 h 4528460"/>
                <a:gd name="connsiteX3" fmla="*/ 2597426 w 2597426"/>
                <a:gd name="connsiteY3" fmla="*/ 1758755 h 4528460"/>
                <a:gd name="connsiteX4" fmla="*/ 1133061 w 2597426"/>
                <a:gd name="connsiteY4" fmla="*/ 3620686 h 4528460"/>
                <a:gd name="connsiteX5" fmla="*/ 1583634 w 2597426"/>
                <a:gd name="connsiteY5" fmla="*/ 4528460 h 4528460"/>
                <a:gd name="connsiteX0" fmla="*/ 589721 w 2597426"/>
                <a:gd name="connsiteY0" fmla="*/ 1852 h 4527470"/>
                <a:gd name="connsiteX1" fmla="*/ 1258957 w 2597426"/>
                <a:gd name="connsiteY1" fmla="*/ 518687 h 4527470"/>
                <a:gd name="connsiteX2" fmla="*/ 0 w 2597426"/>
                <a:gd name="connsiteY2" fmla="*/ 2440252 h 4527470"/>
                <a:gd name="connsiteX3" fmla="*/ 2597426 w 2597426"/>
                <a:gd name="connsiteY3" fmla="*/ 1757765 h 4527470"/>
                <a:gd name="connsiteX4" fmla="*/ 1133061 w 2597426"/>
                <a:gd name="connsiteY4" fmla="*/ 3619696 h 4527470"/>
                <a:gd name="connsiteX5" fmla="*/ 1583634 w 2597426"/>
                <a:gd name="connsiteY5" fmla="*/ 4527470 h 4527470"/>
                <a:gd name="connsiteX0" fmla="*/ 596347 w 2597426"/>
                <a:gd name="connsiteY0" fmla="*/ 2148 h 4594027"/>
                <a:gd name="connsiteX1" fmla="*/ 1258957 w 2597426"/>
                <a:gd name="connsiteY1" fmla="*/ 585244 h 4594027"/>
                <a:gd name="connsiteX2" fmla="*/ 0 w 2597426"/>
                <a:gd name="connsiteY2" fmla="*/ 2506809 h 4594027"/>
                <a:gd name="connsiteX3" fmla="*/ 2597426 w 2597426"/>
                <a:gd name="connsiteY3" fmla="*/ 1824322 h 4594027"/>
                <a:gd name="connsiteX4" fmla="*/ 1133061 w 2597426"/>
                <a:gd name="connsiteY4" fmla="*/ 3686253 h 4594027"/>
                <a:gd name="connsiteX5" fmla="*/ 1583634 w 2597426"/>
                <a:gd name="connsiteY5" fmla="*/ 4594027 h 4594027"/>
                <a:gd name="connsiteX0" fmla="*/ 596347 w 2597426"/>
                <a:gd name="connsiteY0" fmla="*/ 0 h 4591879"/>
                <a:gd name="connsiteX1" fmla="*/ 1258957 w 2597426"/>
                <a:gd name="connsiteY1" fmla="*/ 583096 h 4591879"/>
                <a:gd name="connsiteX2" fmla="*/ 0 w 2597426"/>
                <a:gd name="connsiteY2" fmla="*/ 2504661 h 4591879"/>
                <a:gd name="connsiteX3" fmla="*/ 2597426 w 2597426"/>
                <a:gd name="connsiteY3" fmla="*/ 1822174 h 4591879"/>
                <a:gd name="connsiteX4" fmla="*/ 1133061 w 2597426"/>
                <a:gd name="connsiteY4" fmla="*/ 3684105 h 4591879"/>
                <a:gd name="connsiteX5" fmla="*/ 1583634 w 2597426"/>
                <a:gd name="connsiteY5" fmla="*/ 4591879 h 4591879"/>
                <a:gd name="connsiteX0" fmla="*/ 596347 w 2597426"/>
                <a:gd name="connsiteY0" fmla="*/ 0 h 4591879"/>
                <a:gd name="connsiteX1" fmla="*/ 1258957 w 2597426"/>
                <a:gd name="connsiteY1" fmla="*/ 583096 h 4591879"/>
                <a:gd name="connsiteX2" fmla="*/ 0 w 2597426"/>
                <a:gd name="connsiteY2" fmla="*/ 2504661 h 4591879"/>
                <a:gd name="connsiteX3" fmla="*/ 2597426 w 2597426"/>
                <a:gd name="connsiteY3" fmla="*/ 1822174 h 4591879"/>
                <a:gd name="connsiteX4" fmla="*/ 1133061 w 2597426"/>
                <a:gd name="connsiteY4" fmla="*/ 3684105 h 4591879"/>
                <a:gd name="connsiteX5" fmla="*/ 1583634 w 2597426"/>
                <a:gd name="connsiteY5" fmla="*/ 4591879 h 4591879"/>
                <a:gd name="connsiteX0" fmla="*/ 596347 w 2597426"/>
                <a:gd name="connsiteY0" fmla="*/ 0 h 4545497"/>
                <a:gd name="connsiteX1" fmla="*/ 1258957 w 2597426"/>
                <a:gd name="connsiteY1" fmla="*/ 536714 h 4545497"/>
                <a:gd name="connsiteX2" fmla="*/ 0 w 2597426"/>
                <a:gd name="connsiteY2" fmla="*/ 2458279 h 4545497"/>
                <a:gd name="connsiteX3" fmla="*/ 2597426 w 2597426"/>
                <a:gd name="connsiteY3" fmla="*/ 1775792 h 4545497"/>
                <a:gd name="connsiteX4" fmla="*/ 1133061 w 2597426"/>
                <a:gd name="connsiteY4" fmla="*/ 3637723 h 4545497"/>
                <a:gd name="connsiteX5" fmla="*/ 1583634 w 2597426"/>
                <a:gd name="connsiteY5" fmla="*/ 4545497 h 4545497"/>
                <a:gd name="connsiteX0" fmla="*/ 596347 w 2597426"/>
                <a:gd name="connsiteY0" fmla="*/ 0 h 4545497"/>
                <a:gd name="connsiteX1" fmla="*/ 1258957 w 2597426"/>
                <a:gd name="connsiteY1" fmla="*/ 536714 h 4545497"/>
                <a:gd name="connsiteX2" fmla="*/ 0 w 2597426"/>
                <a:gd name="connsiteY2" fmla="*/ 2458279 h 4545497"/>
                <a:gd name="connsiteX3" fmla="*/ 2597426 w 2597426"/>
                <a:gd name="connsiteY3" fmla="*/ 1775792 h 4545497"/>
                <a:gd name="connsiteX4" fmla="*/ 1133061 w 2597426"/>
                <a:gd name="connsiteY4" fmla="*/ 3637723 h 4545497"/>
                <a:gd name="connsiteX5" fmla="*/ 1583634 w 2597426"/>
                <a:gd name="connsiteY5" fmla="*/ 4545497 h 4545497"/>
                <a:gd name="connsiteX0" fmla="*/ 629477 w 2597426"/>
                <a:gd name="connsiteY0" fmla="*/ 0 h 4611758"/>
                <a:gd name="connsiteX1" fmla="*/ 1258957 w 2597426"/>
                <a:gd name="connsiteY1" fmla="*/ 602975 h 4611758"/>
                <a:gd name="connsiteX2" fmla="*/ 0 w 2597426"/>
                <a:gd name="connsiteY2" fmla="*/ 2524540 h 4611758"/>
                <a:gd name="connsiteX3" fmla="*/ 2597426 w 2597426"/>
                <a:gd name="connsiteY3" fmla="*/ 1842053 h 4611758"/>
                <a:gd name="connsiteX4" fmla="*/ 1133061 w 2597426"/>
                <a:gd name="connsiteY4" fmla="*/ 3703984 h 4611758"/>
                <a:gd name="connsiteX5" fmla="*/ 1583634 w 2597426"/>
                <a:gd name="connsiteY5" fmla="*/ 4611758 h 4611758"/>
                <a:gd name="connsiteX0" fmla="*/ 629477 w 2597426"/>
                <a:gd name="connsiteY0" fmla="*/ 0 h 4611758"/>
                <a:gd name="connsiteX1" fmla="*/ 1258957 w 2597426"/>
                <a:gd name="connsiteY1" fmla="*/ 602975 h 4611758"/>
                <a:gd name="connsiteX2" fmla="*/ 0 w 2597426"/>
                <a:gd name="connsiteY2" fmla="*/ 2524540 h 4611758"/>
                <a:gd name="connsiteX3" fmla="*/ 2597426 w 2597426"/>
                <a:gd name="connsiteY3" fmla="*/ 1842053 h 4611758"/>
                <a:gd name="connsiteX4" fmla="*/ 1133061 w 2597426"/>
                <a:gd name="connsiteY4" fmla="*/ 3703984 h 4611758"/>
                <a:gd name="connsiteX5" fmla="*/ 1583634 w 2597426"/>
                <a:gd name="connsiteY5" fmla="*/ 4611758 h 4611758"/>
                <a:gd name="connsiteX0" fmla="*/ 629477 w 2597426"/>
                <a:gd name="connsiteY0" fmla="*/ 0 h 4611758"/>
                <a:gd name="connsiteX1" fmla="*/ 1258957 w 2597426"/>
                <a:gd name="connsiteY1" fmla="*/ 602975 h 4611758"/>
                <a:gd name="connsiteX2" fmla="*/ 0 w 2597426"/>
                <a:gd name="connsiteY2" fmla="*/ 2524540 h 4611758"/>
                <a:gd name="connsiteX3" fmla="*/ 2597426 w 2597426"/>
                <a:gd name="connsiteY3" fmla="*/ 1842053 h 4611758"/>
                <a:gd name="connsiteX4" fmla="*/ 1133061 w 2597426"/>
                <a:gd name="connsiteY4" fmla="*/ 3703984 h 4611758"/>
                <a:gd name="connsiteX5" fmla="*/ 1583634 w 2597426"/>
                <a:gd name="connsiteY5" fmla="*/ 4611758 h 4611758"/>
                <a:gd name="connsiteX0" fmla="*/ 596347 w 2597426"/>
                <a:gd name="connsiteY0" fmla="*/ 0 h 4572001"/>
                <a:gd name="connsiteX1" fmla="*/ 1258957 w 2597426"/>
                <a:gd name="connsiteY1" fmla="*/ 563218 h 4572001"/>
                <a:gd name="connsiteX2" fmla="*/ 0 w 2597426"/>
                <a:gd name="connsiteY2" fmla="*/ 2484783 h 4572001"/>
                <a:gd name="connsiteX3" fmla="*/ 2597426 w 2597426"/>
                <a:gd name="connsiteY3" fmla="*/ 1802296 h 4572001"/>
                <a:gd name="connsiteX4" fmla="*/ 1133061 w 2597426"/>
                <a:gd name="connsiteY4" fmla="*/ 3664227 h 4572001"/>
                <a:gd name="connsiteX5" fmla="*/ 1583634 w 2597426"/>
                <a:gd name="connsiteY5" fmla="*/ 4572001 h 4572001"/>
                <a:gd name="connsiteX0" fmla="*/ 596347 w 2597426"/>
                <a:gd name="connsiteY0" fmla="*/ 0 h 4572001"/>
                <a:gd name="connsiteX1" fmla="*/ 1258957 w 2597426"/>
                <a:gd name="connsiteY1" fmla="*/ 563218 h 4572001"/>
                <a:gd name="connsiteX2" fmla="*/ 0 w 2597426"/>
                <a:gd name="connsiteY2" fmla="*/ 2484783 h 4572001"/>
                <a:gd name="connsiteX3" fmla="*/ 2597426 w 2597426"/>
                <a:gd name="connsiteY3" fmla="*/ 1802296 h 4572001"/>
                <a:gd name="connsiteX4" fmla="*/ 1133061 w 2597426"/>
                <a:gd name="connsiteY4" fmla="*/ 3664227 h 4572001"/>
                <a:gd name="connsiteX5" fmla="*/ 1583634 w 2597426"/>
                <a:gd name="connsiteY5" fmla="*/ 4572001 h 4572001"/>
                <a:gd name="connsiteX0" fmla="*/ 596347 w 2597426"/>
                <a:gd name="connsiteY0" fmla="*/ 0 h 4572001"/>
                <a:gd name="connsiteX1" fmla="*/ 1225827 w 2597426"/>
                <a:gd name="connsiteY1" fmla="*/ 642731 h 4572001"/>
                <a:gd name="connsiteX2" fmla="*/ 0 w 2597426"/>
                <a:gd name="connsiteY2" fmla="*/ 2484783 h 4572001"/>
                <a:gd name="connsiteX3" fmla="*/ 2597426 w 2597426"/>
                <a:gd name="connsiteY3" fmla="*/ 1802296 h 4572001"/>
                <a:gd name="connsiteX4" fmla="*/ 1133061 w 2597426"/>
                <a:gd name="connsiteY4" fmla="*/ 3664227 h 4572001"/>
                <a:gd name="connsiteX5" fmla="*/ 1583634 w 2597426"/>
                <a:gd name="connsiteY5" fmla="*/ 4572001 h 4572001"/>
                <a:gd name="connsiteX0" fmla="*/ 496956 w 2597426"/>
                <a:gd name="connsiteY0" fmla="*/ 0 h 4598505"/>
                <a:gd name="connsiteX1" fmla="*/ 1225827 w 2597426"/>
                <a:gd name="connsiteY1" fmla="*/ 669235 h 4598505"/>
                <a:gd name="connsiteX2" fmla="*/ 0 w 2597426"/>
                <a:gd name="connsiteY2" fmla="*/ 2511287 h 4598505"/>
                <a:gd name="connsiteX3" fmla="*/ 2597426 w 2597426"/>
                <a:gd name="connsiteY3" fmla="*/ 1828800 h 4598505"/>
                <a:gd name="connsiteX4" fmla="*/ 1133061 w 2597426"/>
                <a:gd name="connsiteY4" fmla="*/ 3690731 h 4598505"/>
                <a:gd name="connsiteX5" fmla="*/ 1583634 w 2597426"/>
                <a:gd name="connsiteY5" fmla="*/ 4598505 h 4598505"/>
                <a:gd name="connsiteX0" fmla="*/ 483704 w 2597426"/>
                <a:gd name="connsiteY0" fmla="*/ 0 h 4598505"/>
                <a:gd name="connsiteX1" fmla="*/ 1225827 w 2597426"/>
                <a:gd name="connsiteY1" fmla="*/ 669235 h 4598505"/>
                <a:gd name="connsiteX2" fmla="*/ 0 w 2597426"/>
                <a:gd name="connsiteY2" fmla="*/ 2511287 h 4598505"/>
                <a:gd name="connsiteX3" fmla="*/ 2597426 w 2597426"/>
                <a:gd name="connsiteY3" fmla="*/ 1828800 h 4598505"/>
                <a:gd name="connsiteX4" fmla="*/ 1133061 w 2597426"/>
                <a:gd name="connsiteY4" fmla="*/ 3690731 h 4598505"/>
                <a:gd name="connsiteX5" fmla="*/ 1583634 w 2597426"/>
                <a:gd name="connsiteY5" fmla="*/ 4598505 h 4598505"/>
                <a:gd name="connsiteX0" fmla="*/ 483704 w 2597426"/>
                <a:gd name="connsiteY0" fmla="*/ 0 h 4598505"/>
                <a:gd name="connsiteX1" fmla="*/ 1205949 w 2597426"/>
                <a:gd name="connsiteY1" fmla="*/ 622853 h 4598505"/>
                <a:gd name="connsiteX2" fmla="*/ 0 w 2597426"/>
                <a:gd name="connsiteY2" fmla="*/ 2511287 h 4598505"/>
                <a:gd name="connsiteX3" fmla="*/ 2597426 w 2597426"/>
                <a:gd name="connsiteY3" fmla="*/ 1828800 h 4598505"/>
                <a:gd name="connsiteX4" fmla="*/ 1133061 w 2597426"/>
                <a:gd name="connsiteY4" fmla="*/ 3690731 h 4598505"/>
                <a:gd name="connsiteX5" fmla="*/ 1583634 w 2597426"/>
                <a:gd name="connsiteY5" fmla="*/ 4598505 h 4598505"/>
                <a:gd name="connsiteX0" fmla="*/ 483704 w 2597426"/>
                <a:gd name="connsiteY0" fmla="*/ 0 h 4538870"/>
                <a:gd name="connsiteX1" fmla="*/ 1205949 w 2597426"/>
                <a:gd name="connsiteY1" fmla="*/ 622853 h 4538870"/>
                <a:gd name="connsiteX2" fmla="*/ 0 w 2597426"/>
                <a:gd name="connsiteY2" fmla="*/ 2511287 h 4538870"/>
                <a:gd name="connsiteX3" fmla="*/ 2597426 w 2597426"/>
                <a:gd name="connsiteY3" fmla="*/ 1828800 h 4538870"/>
                <a:gd name="connsiteX4" fmla="*/ 1133061 w 2597426"/>
                <a:gd name="connsiteY4" fmla="*/ 3690731 h 4538870"/>
                <a:gd name="connsiteX5" fmla="*/ 1630017 w 2597426"/>
                <a:gd name="connsiteY5" fmla="*/ 4538870 h 4538870"/>
                <a:gd name="connsiteX0" fmla="*/ 483704 w 2597426"/>
                <a:gd name="connsiteY0" fmla="*/ 0 h 4538870"/>
                <a:gd name="connsiteX1" fmla="*/ 1205949 w 2597426"/>
                <a:gd name="connsiteY1" fmla="*/ 622853 h 4538870"/>
                <a:gd name="connsiteX2" fmla="*/ 0 w 2597426"/>
                <a:gd name="connsiteY2" fmla="*/ 2511287 h 4538870"/>
                <a:gd name="connsiteX3" fmla="*/ 2597426 w 2597426"/>
                <a:gd name="connsiteY3" fmla="*/ 1828800 h 4538870"/>
                <a:gd name="connsiteX4" fmla="*/ 1133061 w 2597426"/>
                <a:gd name="connsiteY4" fmla="*/ 3783496 h 4538870"/>
                <a:gd name="connsiteX5" fmla="*/ 1630017 w 2597426"/>
                <a:gd name="connsiteY5" fmla="*/ 4538870 h 4538870"/>
                <a:gd name="connsiteX0" fmla="*/ 483704 w 2597426"/>
                <a:gd name="connsiteY0" fmla="*/ 0 h 4538870"/>
                <a:gd name="connsiteX1" fmla="*/ 1205949 w 2597426"/>
                <a:gd name="connsiteY1" fmla="*/ 622853 h 4538870"/>
                <a:gd name="connsiteX2" fmla="*/ 0 w 2597426"/>
                <a:gd name="connsiteY2" fmla="*/ 2511287 h 4538870"/>
                <a:gd name="connsiteX3" fmla="*/ 2597426 w 2597426"/>
                <a:gd name="connsiteY3" fmla="*/ 1828800 h 4538870"/>
                <a:gd name="connsiteX4" fmla="*/ 1152940 w 2597426"/>
                <a:gd name="connsiteY4" fmla="*/ 3723861 h 4538870"/>
                <a:gd name="connsiteX5" fmla="*/ 1630017 w 2597426"/>
                <a:gd name="connsiteY5" fmla="*/ 4538870 h 4538870"/>
                <a:gd name="connsiteX0" fmla="*/ 483704 w 2617304"/>
                <a:gd name="connsiteY0" fmla="*/ 0 h 4538870"/>
                <a:gd name="connsiteX1" fmla="*/ 1205949 w 2617304"/>
                <a:gd name="connsiteY1" fmla="*/ 622853 h 4538870"/>
                <a:gd name="connsiteX2" fmla="*/ 0 w 2617304"/>
                <a:gd name="connsiteY2" fmla="*/ 2511287 h 4538870"/>
                <a:gd name="connsiteX3" fmla="*/ 2617304 w 2617304"/>
                <a:gd name="connsiteY3" fmla="*/ 1802296 h 4538870"/>
                <a:gd name="connsiteX4" fmla="*/ 1152940 w 2617304"/>
                <a:gd name="connsiteY4" fmla="*/ 3723861 h 4538870"/>
                <a:gd name="connsiteX5" fmla="*/ 1630017 w 2617304"/>
                <a:gd name="connsiteY5" fmla="*/ 4538870 h 4538870"/>
                <a:gd name="connsiteX0" fmla="*/ 543339 w 2676939"/>
                <a:gd name="connsiteY0" fmla="*/ 0 h 4538870"/>
                <a:gd name="connsiteX1" fmla="*/ 1265584 w 2676939"/>
                <a:gd name="connsiteY1" fmla="*/ 622853 h 4538870"/>
                <a:gd name="connsiteX2" fmla="*/ 0 w 2676939"/>
                <a:gd name="connsiteY2" fmla="*/ 2564296 h 4538870"/>
                <a:gd name="connsiteX3" fmla="*/ 2676939 w 2676939"/>
                <a:gd name="connsiteY3" fmla="*/ 1802296 h 4538870"/>
                <a:gd name="connsiteX4" fmla="*/ 1212575 w 2676939"/>
                <a:gd name="connsiteY4" fmla="*/ 3723861 h 4538870"/>
                <a:gd name="connsiteX5" fmla="*/ 1689652 w 2676939"/>
                <a:gd name="connsiteY5" fmla="*/ 4538870 h 4538870"/>
                <a:gd name="connsiteX0" fmla="*/ 543339 w 2676939"/>
                <a:gd name="connsiteY0" fmla="*/ 0 h 4538870"/>
                <a:gd name="connsiteX1" fmla="*/ 1265584 w 2676939"/>
                <a:gd name="connsiteY1" fmla="*/ 622853 h 4538870"/>
                <a:gd name="connsiteX2" fmla="*/ 0 w 2676939"/>
                <a:gd name="connsiteY2" fmla="*/ 2564296 h 4538870"/>
                <a:gd name="connsiteX3" fmla="*/ 2676939 w 2676939"/>
                <a:gd name="connsiteY3" fmla="*/ 1802296 h 4538870"/>
                <a:gd name="connsiteX4" fmla="*/ 1212575 w 2676939"/>
                <a:gd name="connsiteY4" fmla="*/ 3723861 h 4538870"/>
                <a:gd name="connsiteX5" fmla="*/ 1689652 w 2676939"/>
                <a:gd name="connsiteY5" fmla="*/ 4538870 h 4538870"/>
                <a:gd name="connsiteX0" fmla="*/ 543339 w 2676939"/>
                <a:gd name="connsiteY0" fmla="*/ 0 h 4538870"/>
                <a:gd name="connsiteX1" fmla="*/ 1265584 w 2676939"/>
                <a:gd name="connsiteY1" fmla="*/ 622853 h 4538870"/>
                <a:gd name="connsiteX2" fmla="*/ 0 w 2676939"/>
                <a:gd name="connsiteY2" fmla="*/ 2564296 h 4538870"/>
                <a:gd name="connsiteX3" fmla="*/ 2676939 w 2676939"/>
                <a:gd name="connsiteY3" fmla="*/ 1802296 h 4538870"/>
                <a:gd name="connsiteX4" fmla="*/ 1212575 w 2676939"/>
                <a:gd name="connsiteY4" fmla="*/ 3723861 h 4538870"/>
                <a:gd name="connsiteX5" fmla="*/ 1689652 w 2676939"/>
                <a:gd name="connsiteY5" fmla="*/ 4538870 h 4538870"/>
                <a:gd name="connsiteX0" fmla="*/ 543339 w 2676939"/>
                <a:gd name="connsiteY0" fmla="*/ 0 h 4538870"/>
                <a:gd name="connsiteX1" fmla="*/ 1265584 w 2676939"/>
                <a:gd name="connsiteY1" fmla="*/ 622853 h 4538870"/>
                <a:gd name="connsiteX2" fmla="*/ 0 w 2676939"/>
                <a:gd name="connsiteY2" fmla="*/ 2564296 h 4538870"/>
                <a:gd name="connsiteX3" fmla="*/ 2676939 w 2676939"/>
                <a:gd name="connsiteY3" fmla="*/ 1802296 h 4538870"/>
                <a:gd name="connsiteX4" fmla="*/ 1212575 w 2676939"/>
                <a:gd name="connsiteY4" fmla="*/ 3723861 h 4538870"/>
                <a:gd name="connsiteX5" fmla="*/ 1689652 w 2676939"/>
                <a:gd name="connsiteY5" fmla="*/ 4538870 h 4538870"/>
                <a:gd name="connsiteX0" fmla="*/ 543339 w 2676939"/>
                <a:gd name="connsiteY0" fmla="*/ 0 h 4538870"/>
                <a:gd name="connsiteX1" fmla="*/ 1265584 w 2676939"/>
                <a:gd name="connsiteY1" fmla="*/ 622853 h 4538870"/>
                <a:gd name="connsiteX2" fmla="*/ 0 w 2676939"/>
                <a:gd name="connsiteY2" fmla="*/ 2564296 h 4538870"/>
                <a:gd name="connsiteX3" fmla="*/ 2676939 w 2676939"/>
                <a:gd name="connsiteY3" fmla="*/ 1802296 h 4538870"/>
                <a:gd name="connsiteX4" fmla="*/ 1212575 w 2676939"/>
                <a:gd name="connsiteY4" fmla="*/ 3723861 h 4538870"/>
                <a:gd name="connsiteX5" fmla="*/ 1689652 w 2676939"/>
                <a:gd name="connsiteY5" fmla="*/ 4538870 h 453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76939" h="4538870">
                  <a:moveTo>
                    <a:pt x="543339" y="0"/>
                  </a:moveTo>
                  <a:cubicBezTo>
                    <a:pt x="816664" y="101046"/>
                    <a:pt x="1356140" y="195470"/>
                    <a:pt x="1265584" y="622853"/>
                  </a:cubicBezTo>
                  <a:cubicBezTo>
                    <a:pt x="1175028" y="1050236"/>
                    <a:pt x="101600" y="2291523"/>
                    <a:pt x="0" y="2564296"/>
                  </a:cubicBezTo>
                  <a:cubicBezTo>
                    <a:pt x="249582" y="2572027"/>
                    <a:pt x="2453860" y="1782418"/>
                    <a:pt x="2676939" y="1802296"/>
                  </a:cubicBezTo>
                  <a:cubicBezTo>
                    <a:pt x="2528956" y="2034209"/>
                    <a:pt x="1390375" y="3251200"/>
                    <a:pt x="1212575" y="3723861"/>
                  </a:cubicBezTo>
                  <a:cubicBezTo>
                    <a:pt x="1034775" y="4196522"/>
                    <a:pt x="1469887" y="4408556"/>
                    <a:pt x="1689652" y="4538870"/>
                  </a:cubicBezTo>
                </a:path>
              </a:pathLst>
            </a:custGeom>
            <a:noFill/>
            <a:ln w="76200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ln w="762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4EF965FB-F708-4246-B177-EA5B9F9D30BE}"/>
                </a:ext>
              </a:extLst>
            </p:cNvPr>
            <p:cNvSpPr txBox="1"/>
            <p:nvPr/>
          </p:nvSpPr>
          <p:spPr>
            <a:xfrm>
              <a:off x="2360596" y="1988840"/>
              <a:ext cx="2232248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CO" sz="8000" dirty="0">
                  <a:solidFill>
                    <a:schemeClr val="bg1"/>
                  </a:solidFill>
                  <a:latin typeface="Bahnschrift SemiLight Condensed" panose="020B0502040204020203" pitchFamily="34" charset="0"/>
                </a:rPr>
                <a:t>COPA</a:t>
              </a:r>
              <a:endParaRPr lang="en-US" sz="8000" dirty="0">
                <a:solidFill>
                  <a:schemeClr val="bg1"/>
                </a:solidFill>
                <a:latin typeface="Bahnschrift SemiLight Condensed" panose="020B0502040204020203" pitchFamily="34" charset="0"/>
              </a:endParaRPr>
            </a:p>
          </p:txBody>
        </p:sp>
      </p:grpSp>
      <p:pic>
        <p:nvPicPr>
          <p:cNvPr id="7" name="Imagen 6">
            <a:extLst>
              <a:ext uri="{FF2B5EF4-FFF2-40B4-BE49-F238E27FC236}">
                <a16:creationId xmlns:a16="http://schemas.microsoft.com/office/drawing/2014/main" id="{689E9D1A-E2B4-4B58-9D4B-901FF47162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825" r="16989" b="25969"/>
          <a:stretch/>
        </p:blipFill>
        <p:spPr>
          <a:xfrm>
            <a:off x="4171188" y="526366"/>
            <a:ext cx="2520280" cy="122413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ACA9519-3E27-4A78-86D7-957B4CE2C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795" y="1410057"/>
            <a:ext cx="3036071" cy="2139881"/>
          </a:xfrm>
          <a:prstGeom prst="rect">
            <a:avLst/>
          </a:prstGeom>
        </p:spPr>
      </p:pic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01D661BE-9990-4F95-967C-78294CFD6EC7}"/>
              </a:ext>
            </a:extLst>
          </p:cNvPr>
          <p:cNvSpPr/>
          <p:nvPr/>
        </p:nvSpPr>
        <p:spPr>
          <a:xfrm>
            <a:off x="4218925" y="2010903"/>
            <a:ext cx="2676939" cy="4538870"/>
          </a:xfrm>
          <a:custGeom>
            <a:avLst/>
            <a:gdLst>
              <a:gd name="connsiteX0" fmla="*/ 603019 w 2640879"/>
              <a:gd name="connsiteY0" fmla="*/ 0 h 4598505"/>
              <a:gd name="connsiteX1" fmla="*/ 1239124 w 2640879"/>
              <a:gd name="connsiteY1" fmla="*/ 463826 h 4598505"/>
              <a:gd name="connsiteX2" fmla="*/ 26550 w 2640879"/>
              <a:gd name="connsiteY2" fmla="*/ 2445026 h 4598505"/>
              <a:gd name="connsiteX3" fmla="*/ 2623976 w 2640879"/>
              <a:gd name="connsiteY3" fmla="*/ 1762539 h 4598505"/>
              <a:gd name="connsiteX4" fmla="*/ 1166237 w 2640879"/>
              <a:gd name="connsiteY4" fmla="*/ 3836505 h 4598505"/>
              <a:gd name="connsiteX5" fmla="*/ 1557176 w 2640879"/>
              <a:gd name="connsiteY5" fmla="*/ 4598505 h 4598505"/>
              <a:gd name="connsiteX0" fmla="*/ 600735 w 2638595"/>
              <a:gd name="connsiteY0" fmla="*/ 0 h 4598505"/>
              <a:gd name="connsiteX1" fmla="*/ 1283223 w 2638595"/>
              <a:gd name="connsiteY1" fmla="*/ 523461 h 4598505"/>
              <a:gd name="connsiteX2" fmla="*/ 24266 w 2638595"/>
              <a:gd name="connsiteY2" fmla="*/ 2445026 h 4598505"/>
              <a:gd name="connsiteX3" fmla="*/ 2621692 w 2638595"/>
              <a:gd name="connsiteY3" fmla="*/ 1762539 h 4598505"/>
              <a:gd name="connsiteX4" fmla="*/ 1163953 w 2638595"/>
              <a:gd name="connsiteY4" fmla="*/ 3836505 h 4598505"/>
              <a:gd name="connsiteX5" fmla="*/ 1554892 w 2638595"/>
              <a:gd name="connsiteY5" fmla="*/ 4598505 h 4598505"/>
              <a:gd name="connsiteX0" fmla="*/ 600735 w 2638595"/>
              <a:gd name="connsiteY0" fmla="*/ 0 h 4598505"/>
              <a:gd name="connsiteX1" fmla="*/ 1283223 w 2638595"/>
              <a:gd name="connsiteY1" fmla="*/ 523461 h 4598505"/>
              <a:gd name="connsiteX2" fmla="*/ 24266 w 2638595"/>
              <a:gd name="connsiteY2" fmla="*/ 2445026 h 4598505"/>
              <a:gd name="connsiteX3" fmla="*/ 2621692 w 2638595"/>
              <a:gd name="connsiteY3" fmla="*/ 1762539 h 4598505"/>
              <a:gd name="connsiteX4" fmla="*/ 1163953 w 2638595"/>
              <a:gd name="connsiteY4" fmla="*/ 3836505 h 4598505"/>
              <a:gd name="connsiteX5" fmla="*/ 1554892 w 2638595"/>
              <a:gd name="connsiteY5" fmla="*/ 4598505 h 4598505"/>
              <a:gd name="connsiteX0" fmla="*/ 598770 w 2636630"/>
              <a:gd name="connsiteY0" fmla="*/ 0 h 4598505"/>
              <a:gd name="connsiteX1" fmla="*/ 1281258 w 2636630"/>
              <a:gd name="connsiteY1" fmla="*/ 523461 h 4598505"/>
              <a:gd name="connsiteX2" fmla="*/ 22301 w 2636630"/>
              <a:gd name="connsiteY2" fmla="*/ 2445026 h 4598505"/>
              <a:gd name="connsiteX3" fmla="*/ 2619727 w 2636630"/>
              <a:gd name="connsiteY3" fmla="*/ 1762539 h 4598505"/>
              <a:gd name="connsiteX4" fmla="*/ 1161988 w 2636630"/>
              <a:gd name="connsiteY4" fmla="*/ 3836505 h 4598505"/>
              <a:gd name="connsiteX5" fmla="*/ 1552927 w 2636630"/>
              <a:gd name="connsiteY5" fmla="*/ 4598505 h 4598505"/>
              <a:gd name="connsiteX0" fmla="*/ 576469 w 2614329"/>
              <a:gd name="connsiteY0" fmla="*/ 0 h 4598505"/>
              <a:gd name="connsiteX1" fmla="*/ 1258957 w 2614329"/>
              <a:gd name="connsiteY1" fmla="*/ 523461 h 4598505"/>
              <a:gd name="connsiteX2" fmla="*/ 0 w 2614329"/>
              <a:gd name="connsiteY2" fmla="*/ 2445026 h 4598505"/>
              <a:gd name="connsiteX3" fmla="*/ 2597426 w 2614329"/>
              <a:gd name="connsiteY3" fmla="*/ 1762539 h 4598505"/>
              <a:gd name="connsiteX4" fmla="*/ 1139687 w 2614329"/>
              <a:gd name="connsiteY4" fmla="*/ 3836505 h 4598505"/>
              <a:gd name="connsiteX5" fmla="*/ 1530626 w 2614329"/>
              <a:gd name="connsiteY5" fmla="*/ 4598505 h 4598505"/>
              <a:gd name="connsiteX0" fmla="*/ 576469 w 2614329"/>
              <a:gd name="connsiteY0" fmla="*/ 0 h 4598505"/>
              <a:gd name="connsiteX1" fmla="*/ 1258957 w 2614329"/>
              <a:gd name="connsiteY1" fmla="*/ 523461 h 4598505"/>
              <a:gd name="connsiteX2" fmla="*/ 0 w 2614329"/>
              <a:gd name="connsiteY2" fmla="*/ 2445026 h 4598505"/>
              <a:gd name="connsiteX3" fmla="*/ 2597426 w 2614329"/>
              <a:gd name="connsiteY3" fmla="*/ 1762539 h 4598505"/>
              <a:gd name="connsiteX4" fmla="*/ 1139687 w 2614329"/>
              <a:gd name="connsiteY4" fmla="*/ 3836505 h 4598505"/>
              <a:gd name="connsiteX5" fmla="*/ 1530626 w 2614329"/>
              <a:gd name="connsiteY5" fmla="*/ 4598505 h 4598505"/>
              <a:gd name="connsiteX0" fmla="*/ 576469 w 2614329"/>
              <a:gd name="connsiteY0" fmla="*/ 0 h 4598505"/>
              <a:gd name="connsiteX1" fmla="*/ 1258957 w 2614329"/>
              <a:gd name="connsiteY1" fmla="*/ 523461 h 4598505"/>
              <a:gd name="connsiteX2" fmla="*/ 0 w 2614329"/>
              <a:gd name="connsiteY2" fmla="*/ 2445026 h 4598505"/>
              <a:gd name="connsiteX3" fmla="*/ 2597426 w 2614329"/>
              <a:gd name="connsiteY3" fmla="*/ 1762539 h 4598505"/>
              <a:gd name="connsiteX4" fmla="*/ 1139687 w 2614329"/>
              <a:gd name="connsiteY4" fmla="*/ 3836505 h 4598505"/>
              <a:gd name="connsiteX5" fmla="*/ 1530626 w 2614329"/>
              <a:gd name="connsiteY5" fmla="*/ 4598505 h 4598505"/>
              <a:gd name="connsiteX0" fmla="*/ 576469 w 2597426"/>
              <a:gd name="connsiteY0" fmla="*/ 0 h 4598505"/>
              <a:gd name="connsiteX1" fmla="*/ 1258957 w 2597426"/>
              <a:gd name="connsiteY1" fmla="*/ 523461 h 4598505"/>
              <a:gd name="connsiteX2" fmla="*/ 0 w 2597426"/>
              <a:gd name="connsiteY2" fmla="*/ 2445026 h 4598505"/>
              <a:gd name="connsiteX3" fmla="*/ 2597426 w 2597426"/>
              <a:gd name="connsiteY3" fmla="*/ 1762539 h 4598505"/>
              <a:gd name="connsiteX4" fmla="*/ 1139687 w 2597426"/>
              <a:gd name="connsiteY4" fmla="*/ 3836505 h 4598505"/>
              <a:gd name="connsiteX5" fmla="*/ 1530626 w 2597426"/>
              <a:gd name="connsiteY5" fmla="*/ 4598505 h 4598505"/>
              <a:gd name="connsiteX0" fmla="*/ 576469 w 2597426"/>
              <a:gd name="connsiteY0" fmla="*/ 0 h 4598505"/>
              <a:gd name="connsiteX1" fmla="*/ 1258957 w 2597426"/>
              <a:gd name="connsiteY1" fmla="*/ 523461 h 4598505"/>
              <a:gd name="connsiteX2" fmla="*/ 0 w 2597426"/>
              <a:gd name="connsiteY2" fmla="*/ 2445026 h 4598505"/>
              <a:gd name="connsiteX3" fmla="*/ 2597426 w 2597426"/>
              <a:gd name="connsiteY3" fmla="*/ 1762539 h 4598505"/>
              <a:gd name="connsiteX4" fmla="*/ 1133061 w 2597426"/>
              <a:gd name="connsiteY4" fmla="*/ 3624470 h 4598505"/>
              <a:gd name="connsiteX5" fmla="*/ 1530626 w 2597426"/>
              <a:gd name="connsiteY5" fmla="*/ 4598505 h 4598505"/>
              <a:gd name="connsiteX0" fmla="*/ 576469 w 2597426"/>
              <a:gd name="connsiteY0" fmla="*/ 0 h 4532244"/>
              <a:gd name="connsiteX1" fmla="*/ 1258957 w 2597426"/>
              <a:gd name="connsiteY1" fmla="*/ 523461 h 4532244"/>
              <a:gd name="connsiteX2" fmla="*/ 0 w 2597426"/>
              <a:gd name="connsiteY2" fmla="*/ 2445026 h 4532244"/>
              <a:gd name="connsiteX3" fmla="*/ 2597426 w 2597426"/>
              <a:gd name="connsiteY3" fmla="*/ 1762539 h 4532244"/>
              <a:gd name="connsiteX4" fmla="*/ 1133061 w 2597426"/>
              <a:gd name="connsiteY4" fmla="*/ 3624470 h 4532244"/>
              <a:gd name="connsiteX5" fmla="*/ 1583634 w 2597426"/>
              <a:gd name="connsiteY5" fmla="*/ 4532244 h 4532244"/>
              <a:gd name="connsiteX0" fmla="*/ 589721 w 2597426"/>
              <a:gd name="connsiteY0" fmla="*/ 0 h 4525618"/>
              <a:gd name="connsiteX1" fmla="*/ 1258957 w 2597426"/>
              <a:gd name="connsiteY1" fmla="*/ 516835 h 4525618"/>
              <a:gd name="connsiteX2" fmla="*/ 0 w 2597426"/>
              <a:gd name="connsiteY2" fmla="*/ 2438400 h 4525618"/>
              <a:gd name="connsiteX3" fmla="*/ 2597426 w 2597426"/>
              <a:gd name="connsiteY3" fmla="*/ 1755913 h 4525618"/>
              <a:gd name="connsiteX4" fmla="*/ 1133061 w 2597426"/>
              <a:gd name="connsiteY4" fmla="*/ 3617844 h 4525618"/>
              <a:gd name="connsiteX5" fmla="*/ 1583634 w 2597426"/>
              <a:gd name="connsiteY5" fmla="*/ 4525618 h 4525618"/>
              <a:gd name="connsiteX0" fmla="*/ 589721 w 2597426"/>
              <a:gd name="connsiteY0" fmla="*/ 2842 h 4528460"/>
              <a:gd name="connsiteX1" fmla="*/ 1258957 w 2597426"/>
              <a:gd name="connsiteY1" fmla="*/ 519677 h 4528460"/>
              <a:gd name="connsiteX2" fmla="*/ 0 w 2597426"/>
              <a:gd name="connsiteY2" fmla="*/ 2441242 h 4528460"/>
              <a:gd name="connsiteX3" fmla="*/ 2597426 w 2597426"/>
              <a:gd name="connsiteY3" fmla="*/ 1758755 h 4528460"/>
              <a:gd name="connsiteX4" fmla="*/ 1133061 w 2597426"/>
              <a:gd name="connsiteY4" fmla="*/ 3620686 h 4528460"/>
              <a:gd name="connsiteX5" fmla="*/ 1583634 w 2597426"/>
              <a:gd name="connsiteY5" fmla="*/ 4528460 h 4528460"/>
              <a:gd name="connsiteX0" fmla="*/ 589721 w 2597426"/>
              <a:gd name="connsiteY0" fmla="*/ 1852 h 4527470"/>
              <a:gd name="connsiteX1" fmla="*/ 1258957 w 2597426"/>
              <a:gd name="connsiteY1" fmla="*/ 518687 h 4527470"/>
              <a:gd name="connsiteX2" fmla="*/ 0 w 2597426"/>
              <a:gd name="connsiteY2" fmla="*/ 2440252 h 4527470"/>
              <a:gd name="connsiteX3" fmla="*/ 2597426 w 2597426"/>
              <a:gd name="connsiteY3" fmla="*/ 1757765 h 4527470"/>
              <a:gd name="connsiteX4" fmla="*/ 1133061 w 2597426"/>
              <a:gd name="connsiteY4" fmla="*/ 3619696 h 4527470"/>
              <a:gd name="connsiteX5" fmla="*/ 1583634 w 2597426"/>
              <a:gd name="connsiteY5" fmla="*/ 4527470 h 4527470"/>
              <a:gd name="connsiteX0" fmla="*/ 596347 w 2597426"/>
              <a:gd name="connsiteY0" fmla="*/ 2148 h 4594027"/>
              <a:gd name="connsiteX1" fmla="*/ 1258957 w 2597426"/>
              <a:gd name="connsiteY1" fmla="*/ 585244 h 4594027"/>
              <a:gd name="connsiteX2" fmla="*/ 0 w 2597426"/>
              <a:gd name="connsiteY2" fmla="*/ 2506809 h 4594027"/>
              <a:gd name="connsiteX3" fmla="*/ 2597426 w 2597426"/>
              <a:gd name="connsiteY3" fmla="*/ 1824322 h 4594027"/>
              <a:gd name="connsiteX4" fmla="*/ 1133061 w 2597426"/>
              <a:gd name="connsiteY4" fmla="*/ 3686253 h 4594027"/>
              <a:gd name="connsiteX5" fmla="*/ 1583634 w 2597426"/>
              <a:gd name="connsiteY5" fmla="*/ 4594027 h 4594027"/>
              <a:gd name="connsiteX0" fmla="*/ 596347 w 2597426"/>
              <a:gd name="connsiteY0" fmla="*/ 0 h 4591879"/>
              <a:gd name="connsiteX1" fmla="*/ 1258957 w 2597426"/>
              <a:gd name="connsiteY1" fmla="*/ 583096 h 4591879"/>
              <a:gd name="connsiteX2" fmla="*/ 0 w 2597426"/>
              <a:gd name="connsiteY2" fmla="*/ 2504661 h 4591879"/>
              <a:gd name="connsiteX3" fmla="*/ 2597426 w 2597426"/>
              <a:gd name="connsiteY3" fmla="*/ 1822174 h 4591879"/>
              <a:gd name="connsiteX4" fmla="*/ 1133061 w 2597426"/>
              <a:gd name="connsiteY4" fmla="*/ 3684105 h 4591879"/>
              <a:gd name="connsiteX5" fmla="*/ 1583634 w 2597426"/>
              <a:gd name="connsiteY5" fmla="*/ 4591879 h 4591879"/>
              <a:gd name="connsiteX0" fmla="*/ 596347 w 2597426"/>
              <a:gd name="connsiteY0" fmla="*/ 0 h 4591879"/>
              <a:gd name="connsiteX1" fmla="*/ 1258957 w 2597426"/>
              <a:gd name="connsiteY1" fmla="*/ 583096 h 4591879"/>
              <a:gd name="connsiteX2" fmla="*/ 0 w 2597426"/>
              <a:gd name="connsiteY2" fmla="*/ 2504661 h 4591879"/>
              <a:gd name="connsiteX3" fmla="*/ 2597426 w 2597426"/>
              <a:gd name="connsiteY3" fmla="*/ 1822174 h 4591879"/>
              <a:gd name="connsiteX4" fmla="*/ 1133061 w 2597426"/>
              <a:gd name="connsiteY4" fmla="*/ 3684105 h 4591879"/>
              <a:gd name="connsiteX5" fmla="*/ 1583634 w 2597426"/>
              <a:gd name="connsiteY5" fmla="*/ 4591879 h 4591879"/>
              <a:gd name="connsiteX0" fmla="*/ 596347 w 2597426"/>
              <a:gd name="connsiteY0" fmla="*/ 0 h 4545497"/>
              <a:gd name="connsiteX1" fmla="*/ 1258957 w 2597426"/>
              <a:gd name="connsiteY1" fmla="*/ 536714 h 4545497"/>
              <a:gd name="connsiteX2" fmla="*/ 0 w 2597426"/>
              <a:gd name="connsiteY2" fmla="*/ 2458279 h 4545497"/>
              <a:gd name="connsiteX3" fmla="*/ 2597426 w 2597426"/>
              <a:gd name="connsiteY3" fmla="*/ 1775792 h 4545497"/>
              <a:gd name="connsiteX4" fmla="*/ 1133061 w 2597426"/>
              <a:gd name="connsiteY4" fmla="*/ 3637723 h 4545497"/>
              <a:gd name="connsiteX5" fmla="*/ 1583634 w 2597426"/>
              <a:gd name="connsiteY5" fmla="*/ 4545497 h 4545497"/>
              <a:gd name="connsiteX0" fmla="*/ 596347 w 2597426"/>
              <a:gd name="connsiteY0" fmla="*/ 0 h 4545497"/>
              <a:gd name="connsiteX1" fmla="*/ 1258957 w 2597426"/>
              <a:gd name="connsiteY1" fmla="*/ 536714 h 4545497"/>
              <a:gd name="connsiteX2" fmla="*/ 0 w 2597426"/>
              <a:gd name="connsiteY2" fmla="*/ 2458279 h 4545497"/>
              <a:gd name="connsiteX3" fmla="*/ 2597426 w 2597426"/>
              <a:gd name="connsiteY3" fmla="*/ 1775792 h 4545497"/>
              <a:gd name="connsiteX4" fmla="*/ 1133061 w 2597426"/>
              <a:gd name="connsiteY4" fmla="*/ 3637723 h 4545497"/>
              <a:gd name="connsiteX5" fmla="*/ 1583634 w 2597426"/>
              <a:gd name="connsiteY5" fmla="*/ 4545497 h 4545497"/>
              <a:gd name="connsiteX0" fmla="*/ 629477 w 2597426"/>
              <a:gd name="connsiteY0" fmla="*/ 0 h 4611758"/>
              <a:gd name="connsiteX1" fmla="*/ 1258957 w 2597426"/>
              <a:gd name="connsiteY1" fmla="*/ 602975 h 4611758"/>
              <a:gd name="connsiteX2" fmla="*/ 0 w 2597426"/>
              <a:gd name="connsiteY2" fmla="*/ 2524540 h 4611758"/>
              <a:gd name="connsiteX3" fmla="*/ 2597426 w 2597426"/>
              <a:gd name="connsiteY3" fmla="*/ 1842053 h 4611758"/>
              <a:gd name="connsiteX4" fmla="*/ 1133061 w 2597426"/>
              <a:gd name="connsiteY4" fmla="*/ 3703984 h 4611758"/>
              <a:gd name="connsiteX5" fmla="*/ 1583634 w 2597426"/>
              <a:gd name="connsiteY5" fmla="*/ 4611758 h 4611758"/>
              <a:gd name="connsiteX0" fmla="*/ 629477 w 2597426"/>
              <a:gd name="connsiteY0" fmla="*/ 0 h 4611758"/>
              <a:gd name="connsiteX1" fmla="*/ 1258957 w 2597426"/>
              <a:gd name="connsiteY1" fmla="*/ 602975 h 4611758"/>
              <a:gd name="connsiteX2" fmla="*/ 0 w 2597426"/>
              <a:gd name="connsiteY2" fmla="*/ 2524540 h 4611758"/>
              <a:gd name="connsiteX3" fmla="*/ 2597426 w 2597426"/>
              <a:gd name="connsiteY3" fmla="*/ 1842053 h 4611758"/>
              <a:gd name="connsiteX4" fmla="*/ 1133061 w 2597426"/>
              <a:gd name="connsiteY4" fmla="*/ 3703984 h 4611758"/>
              <a:gd name="connsiteX5" fmla="*/ 1583634 w 2597426"/>
              <a:gd name="connsiteY5" fmla="*/ 4611758 h 4611758"/>
              <a:gd name="connsiteX0" fmla="*/ 629477 w 2597426"/>
              <a:gd name="connsiteY0" fmla="*/ 0 h 4611758"/>
              <a:gd name="connsiteX1" fmla="*/ 1258957 w 2597426"/>
              <a:gd name="connsiteY1" fmla="*/ 602975 h 4611758"/>
              <a:gd name="connsiteX2" fmla="*/ 0 w 2597426"/>
              <a:gd name="connsiteY2" fmla="*/ 2524540 h 4611758"/>
              <a:gd name="connsiteX3" fmla="*/ 2597426 w 2597426"/>
              <a:gd name="connsiteY3" fmla="*/ 1842053 h 4611758"/>
              <a:gd name="connsiteX4" fmla="*/ 1133061 w 2597426"/>
              <a:gd name="connsiteY4" fmla="*/ 3703984 h 4611758"/>
              <a:gd name="connsiteX5" fmla="*/ 1583634 w 2597426"/>
              <a:gd name="connsiteY5" fmla="*/ 4611758 h 4611758"/>
              <a:gd name="connsiteX0" fmla="*/ 596347 w 2597426"/>
              <a:gd name="connsiteY0" fmla="*/ 0 h 4572001"/>
              <a:gd name="connsiteX1" fmla="*/ 1258957 w 2597426"/>
              <a:gd name="connsiteY1" fmla="*/ 563218 h 4572001"/>
              <a:gd name="connsiteX2" fmla="*/ 0 w 2597426"/>
              <a:gd name="connsiteY2" fmla="*/ 2484783 h 4572001"/>
              <a:gd name="connsiteX3" fmla="*/ 2597426 w 2597426"/>
              <a:gd name="connsiteY3" fmla="*/ 1802296 h 4572001"/>
              <a:gd name="connsiteX4" fmla="*/ 1133061 w 2597426"/>
              <a:gd name="connsiteY4" fmla="*/ 3664227 h 4572001"/>
              <a:gd name="connsiteX5" fmla="*/ 1583634 w 2597426"/>
              <a:gd name="connsiteY5" fmla="*/ 4572001 h 4572001"/>
              <a:gd name="connsiteX0" fmla="*/ 596347 w 2597426"/>
              <a:gd name="connsiteY0" fmla="*/ 0 h 4572001"/>
              <a:gd name="connsiteX1" fmla="*/ 1258957 w 2597426"/>
              <a:gd name="connsiteY1" fmla="*/ 563218 h 4572001"/>
              <a:gd name="connsiteX2" fmla="*/ 0 w 2597426"/>
              <a:gd name="connsiteY2" fmla="*/ 2484783 h 4572001"/>
              <a:gd name="connsiteX3" fmla="*/ 2597426 w 2597426"/>
              <a:gd name="connsiteY3" fmla="*/ 1802296 h 4572001"/>
              <a:gd name="connsiteX4" fmla="*/ 1133061 w 2597426"/>
              <a:gd name="connsiteY4" fmla="*/ 3664227 h 4572001"/>
              <a:gd name="connsiteX5" fmla="*/ 1583634 w 2597426"/>
              <a:gd name="connsiteY5" fmla="*/ 4572001 h 4572001"/>
              <a:gd name="connsiteX0" fmla="*/ 596347 w 2597426"/>
              <a:gd name="connsiteY0" fmla="*/ 0 h 4572001"/>
              <a:gd name="connsiteX1" fmla="*/ 1225827 w 2597426"/>
              <a:gd name="connsiteY1" fmla="*/ 642731 h 4572001"/>
              <a:gd name="connsiteX2" fmla="*/ 0 w 2597426"/>
              <a:gd name="connsiteY2" fmla="*/ 2484783 h 4572001"/>
              <a:gd name="connsiteX3" fmla="*/ 2597426 w 2597426"/>
              <a:gd name="connsiteY3" fmla="*/ 1802296 h 4572001"/>
              <a:gd name="connsiteX4" fmla="*/ 1133061 w 2597426"/>
              <a:gd name="connsiteY4" fmla="*/ 3664227 h 4572001"/>
              <a:gd name="connsiteX5" fmla="*/ 1583634 w 2597426"/>
              <a:gd name="connsiteY5" fmla="*/ 4572001 h 4572001"/>
              <a:gd name="connsiteX0" fmla="*/ 496956 w 2597426"/>
              <a:gd name="connsiteY0" fmla="*/ 0 h 4598505"/>
              <a:gd name="connsiteX1" fmla="*/ 1225827 w 2597426"/>
              <a:gd name="connsiteY1" fmla="*/ 669235 h 4598505"/>
              <a:gd name="connsiteX2" fmla="*/ 0 w 2597426"/>
              <a:gd name="connsiteY2" fmla="*/ 2511287 h 4598505"/>
              <a:gd name="connsiteX3" fmla="*/ 2597426 w 2597426"/>
              <a:gd name="connsiteY3" fmla="*/ 1828800 h 4598505"/>
              <a:gd name="connsiteX4" fmla="*/ 1133061 w 2597426"/>
              <a:gd name="connsiteY4" fmla="*/ 3690731 h 4598505"/>
              <a:gd name="connsiteX5" fmla="*/ 1583634 w 2597426"/>
              <a:gd name="connsiteY5" fmla="*/ 4598505 h 4598505"/>
              <a:gd name="connsiteX0" fmla="*/ 483704 w 2597426"/>
              <a:gd name="connsiteY0" fmla="*/ 0 h 4598505"/>
              <a:gd name="connsiteX1" fmla="*/ 1225827 w 2597426"/>
              <a:gd name="connsiteY1" fmla="*/ 669235 h 4598505"/>
              <a:gd name="connsiteX2" fmla="*/ 0 w 2597426"/>
              <a:gd name="connsiteY2" fmla="*/ 2511287 h 4598505"/>
              <a:gd name="connsiteX3" fmla="*/ 2597426 w 2597426"/>
              <a:gd name="connsiteY3" fmla="*/ 1828800 h 4598505"/>
              <a:gd name="connsiteX4" fmla="*/ 1133061 w 2597426"/>
              <a:gd name="connsiteY4" fmla="*/ 3690731 h 4598505"/>
              <a:gd name="connsiteX5" fmla="*/ 1583634 w 2597426"/>
              <a:gd name="connsiteY5" fmla="*/ 4598505 h 4598505"/>
              <a:gd name="connsiteX0" fmla="*/ 483704 w 2597426"/>
              <a:gd name="connsiteY0" fmla="*/ 0 h 4598505"/>
              <a:gd name="connsiteX1" fmla="*/ 1205949 w 2597426"/>
              <a:gd name="connsiteY1" fmla="*/ 622853 h 4598505"/>
              <a:gd name="connsiteX2" fmla="*/ 0 w 2597426"/>
              <a:gd name="connsiteY2" fmla="*/ 2511287 h 4598505"/>
              <a:gd name="connsiteX3" fmla="*/ 2597426 w 2597426"/>
              <a:gd name="connsiteY3" fmla="*/ 1828800 h 4598505"/>
              <a:gd name="connsiteX4" fmla="*/ 1133061 w 2597426"/>
              <a:gd name="connsiteY4" fmla="*/ 3690731 h 4598505"/>
              <a:gd name="connsiteX5" fmla="*/ 1583634 w 2597426"/>
              <a:gd name="connsiteY5" fmla="*/ 4598505 h 4598505"/>
              <a:gd name="connsiteX0" fmla="*/ 483704 w 2597426"/>
              <a:gd name="connsiteY0" fmla="*/ 0 h 4538870"/>
              <a:gd name="connsiteX1" fmla="*/ 1205949 w 2597426"/>
              <a:gd name="connsiteY1" fmla="*/ 622853 h 4538870"/>
              <a:gd name="connsiteX2" fmla="*/ 0 w 2597426"/>
              <a:gd name="connsiteY2" fmla="*/ 2511287 h 4538870"/>
              <a:gd name="connsiteX3" fmla="*/ 2597426 w 2597426"/>
              <a:gd name="connsiteY3" fmla="*/ 1828800 h 4538870"/>
              <a:gd name="connsiteX4" fmla="*/ 1133061 w 2597426"/>
              <a:gd name="connsiteY4" fmla="*/ 3690731 h 4538870"/>
              <a:gd name="connsiteX5" fmla="*/ 1630017 w 2597426"/>
              <a:gd name="connsiteY5" fmla="*/ 4538870 h 4538870"/>
              <a:gd name="connsiteX0" fmla="*/ 483704 w 2597426"/>
              <a:gd name="connsiteY0" fmla="*/ 0 h 4538870"/>
              <a:gd name="connsiteX1" fmla="*/ 1205949 w 2597426"/>
              <a:gd name="connsiteY1" fmla="*/ 622853 h 4538870"/>
              <a:gd name="connsiteX2" fmla="*/ 0 w 2597426"/>
              <a:gd name="connsiteY2" fmla="*/ 2511287 h 4538870"/>
              <a:gd name="connsiteX3" fmla="*/ 2597426 w 2597426"/>
              <a:gd name="connsiteY3" fmla="*/ 1828800 h 4538870"/>
              <a:gd name="connsiteX4" fmla="*/ 1133061 w 2597426"/>
              <a:gd name="connsiteY4" fmla="*/ 3783496 h 4538870"/>
              <a:gd name="connsiteX5" fmla="*/ 1630017 w 2597426"/>
              <a:gd name="connsiteY5" fmla="*/ 4538870 h 4538870"/>
              <a:gd name="connsiteX0" fmla="*/ 483704 w 2597426"/>
              <a:gd name="connsiteY0" fmla="*/ 0 h 4538870"/>
              <a:gd name="connsiteX1" fmla="*/ 1205949 w 2597426"/>
              <a:gd name="connsiteY1" fmla="*/ 622853 h 4538870"/>
              <a:gd name="connsiteX2" fmla="*/ 0 w 2597426"/>
              <a:gd name="connsiteY2" fmla="*/ 2511287 h 4538870"/>
              <a:gd name="connsiteX3" fmla="*/ 2597426 w 2597426"/>
              <a:gd name="connsiteY3" fmla="*/ 1828800 h 4538870"/>
              <a:gd name="connsiteX4" fmla="*/ 1152940 w 2597426"/>
              <a:gd name="connsiteY4" fmla="*/ 3723861 h 4538870"/>
              <a:gd name="connsiteX5" fmla="*/ 1630017 w 2597426"/>
              <a:gd name="connsiteY5" fmla="*/ 4538870 h 4538870"/>
              <a:gd name="connsiteX0" fmla="*/ 483704 w 2617304"/>
              <a:gd name="connsiteY0" fmla="*/ 0 h 4538870"/>
              <a:gd name="connsiteX1" fmla="*/ 1205949 w 2617304"/>
              <a:gd name="connsiteY1" fmla="*/ 622853 h 4538870"/>
              <a:gd name="connsiteX2" fmla="*/ 0 w 2617304"/>
              <a:gd name="connsiteY2" fmla="*/ 2511287 h 4538870"/>
              <a:gd name="connsiteX3" fmla="*/ 2617304 w 2617304"/>
              <a:gd name="connsiteY3" fmla="*/ 1802296 h 4538870"/>
              <a:gd name="connsiteX4" fmla="*/ 1152940 w 2617304"/>
              <a:gd name="connsiteY4" fmla="*/ 3723861 h 4538870"/>
              <a:gd name="connsiteX5" fmla="*/ 1630017 w 2617304"/>
              <a:gd name="connsiteY5" fmla="*/ 4538870 h 4538870"/>
              <a:gd name="connsiteX0" fmla="*/ 543339 w 2676939"/>
              <a:gd name="connsiteY0" fmla="*/ 0 h 4538870"/>
              <a:gd name="connsiteX1" fmla="*/ 1265584 w 2676939"/>
              <a:gd name="connsiteY1" fmla="*/ 622853 h 4538870"/>
              <a:gd name="connsiteX2" fmla="*/ 0 w 2676939"/>
              <a:gd name="connsiteY2" fmla="*/ 2564296 h 4538870"/>
              <a:gd name="connsiteX3" fmla="*/ 2676939 w 2676939"/>
              <a:gd name="connsiteY3" fmla="*/ 1802296 h 4538870"/>
              <a:gd name="connsiteX4" fmla="*/ 1212575 w 2676939"/>
              <a:gd name="connsiteY4" fmla="*/ 3723861 h 4538870"/>
              <a:gd name="connsiteX5" fmla="*/ 1689652 w 2676939"/>
              <a:gd name="connsiteY5" fmla="*/ 4538870 h 4538870"/>
              <a:gd name="connsiteX0" fmla="*/ 543339 w 2676939"/>
              <a:gd name="connsiteY0" fmla="*/ 0 h 4538870"/>
              <a:gd name="connsiteX1" fmla="*/ 1265584 w 2676939"/>
              <a:gd name="connsiteY1" fmla="*/ 622853 h 4538870"/>
              <a:gd name="connsiteX2" fmla="*/ 0 w 2676939"/>
              <a:gd name="connsiteY2" fmla="*/ 2564296 h 4538870"/>
              <a:gd name="connsiteX3" fmla="*/ 2676939 w 2676939"/>
              <a:gd name="connsiteY3" fmla="*/ 1802296 h 4538870"/>
              <a:gd name="connsiteX4" fmla="*/ 1212575 w 2676939"/>
              <a:gd name="connsiteY4" fmla="*/ 3723861 h 4538870"/>
              <a:gd name="connsiteX5" fmla="*/ 1689652 w 2676939"/>
              <a:gd name="connsiteY5" fmla="*/ 4538870 h 4538870"/>
              <a:gd name="connsiteX0" fmla="*/ 543339 w 2676939"/>
              <a:gd name="connsiteY0" fmla="*/ 0 h 4538870"/>
              <a:gd name="connsiteX1" fmla="*/ 1265584 w 2676939"/>
              <a:gd name="connsiteY1" fmla="*/ 622853 h 4538870"/>
              <a:gd name="connsiteX2" fmla="*/ 0 w 2676939"/>
              <a:gd name="connsiteY2" fmla="*/ 2564296 h 4538870"/>
              <a:gd name="connsiteX3" fmla="*/ 2676939 w 2676939"/>
              <a:gd name="connsiteY3" fmla="*/ 1802296 h 4538870"/>
              <a:gd name="connsiteX4" fmla="*/ 1212575 w 2676939"/>
              <a:gd name="connsiteY4" fmla="*/ 3723861 h 4538870"/>
              <a:gd name="connsiteX5" fmla="*/ 1689652 w 2676939"/>
              <a:gd name="connsiteY5" fmla="*/ 4538870 h 4538870"/>
              <a:gd name="connsiteX0" fmla="*/ 543339 w 2676939"/>
              <a:gd name="connsiteY0" fmla="*/ 0 h 4538870"/>
              <a:gd name="connsiteX1" fmla="*/ 1265584 w 2676939"/>
              <a:gd name="connsiteY1" fmla="*/ 622853 h 4538870"/>
              <a:gd name="connsiteX2" fmla="*/ 0 w 2676939"/>
              <a:gd name="connsiteY2" fmla="*/ 2564296 h 4538870"/>
              <a:gd name="connsiteX3" fmla="*/ 2676939 w 2676939"/>
              <a:gd name="connsiteY3" fmla="*/ 1802296 h 4538870"/>
              <a:gd name="connsiteX4" fmla="*/ 1212575 w 2676939"/>
              <a:gd name="connsiteY4" fmla="*/ 3723861 h 4538870"/>
              <a:gd name="connsiteX5" fmla="*/ 1689652 w 2676939"/>
              <a:gd name="connsiteY5" fmla="*/ 4538870 h 4538870"/>
              <a:gd name="connsiteX0" fmla="*/ 543339 w 2676939"/>
              <a:gd name="connsiteY0" fmla="*/ 0 h 4538870"/>
              <a:gd name="connsiteX1" fmla="*/ 1265584 w 2676939"/>
              <a:gd name="connsiteY1" fmla="*/ 622853 h 4538870"/>
              <a:gd name="connsiteX2" fmla="*/ 0 w 2676939"/>
              <a:gd name="connsiteY2" fmla="*/ 2564296 h 4538870"/>
              <a:gd name="connsiteX3" fmla="*/ 2676939 w 2676939"/>
              <a:gd name="connsiteY3" fmla="*/ 1802296 h 4538870"/>
              <a:gd name="connsiteX4" fmla="*/ 1212575 w 2676939"/>
              <a:gd name="connsiteY4" fmla="*/ 3723861 h 4538870"/>
              <a:gd name="connsiteX5" fmla="*/ 1689652 w 2676939"/>
              <a:gd name="connsiteY5" fmla="*/ 4538870 h 4538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76939" h="4538870">
                <a:moveTo>
                  <a:pt x="543339" y="0"/>
                </a:moveTo>
                <a:cubicBezTo>
                  <a:pt x="816664" y="101046"/>
                  <a:pt x="1356140" y="195470"/>
                  <a:pt x="1265584" y="622853"/>
                </a:cubicBezTo>
                <a:cubicBezTo>
                  <a:pt x="1175028" y="1050236"/>
                  <a:pt x="101600" y="2291523"/>
                  <a:pt x="0" y="2564296"/>
                </a:cubicBezTo>
                <a:cubicBezTo>
                  <a:pt x="249582" y="2572027"/>
                  <a:pt x="2453860" y="1782418"/>
                  <a:pt x="2676939" y="1802296"/>
                </a:cubicBezTo>
                <a:cubicBezTo>
                  <a:pt x="2528956" y="2034209"/>
                  <a:pt x="1390375" y="3251200"/>
                  <a:pt x="1212575" y="3723861"/>
                </a:cubicBezTo>
                <a:cubicBezTo>
                  <a:pt x="1034775" y="4196522"/>
                  <a:pt x="1469887" y="4408556"/>
                  <a:pt x="1689652" y="4538870"/>
                </a:cubicBezTo>
              </a:path>
            </a:pathLst>
          </a:custGeom>
          <a:noFill/>
          <a:ln w="301625">
            <a:solidFill>
              <a:schemeClr val="tx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n w="76200">
                <a:solidFill>
                  <a:schemeClr val="tx1"/>
                </a:solidFill>
              </a:ln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4F66745-9592-412E-879F-B676929A6F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5727" y="3388059"/>
            <a:ext cx="1779908" cy="1779908"/>
          </a:xfrm>
          <a:prstGeom prst="rect">
            <a:avLst/>
          </a:prstGeom>
        </p:spPr>
      </p:pic>
      <p:grpSp>
        <p:nvGrpSpPr>
          <p:cNvPr id="11" name="Grupo 10">
            <a:extLst>
              <a:ext uri="{FF2B5EF4-FFF2-40B4-BE49-F238E27FC236}">
                <a16:creationId xmlns:a16="http://schemas.microsoft.com/office/drawing/2014/main" id="{28484E26-1897-4688-A840-BBEF0BB86E82}"/>
              </a:ext>
            </a:extLst>
          </p:cNvPr>
          <p:cNvGrpSpPr/>
          <p:nvPr/>
        </p:nvGrpSpPr>
        <p:grpSpPr>
          <a:xfrm>
            <a:off x="7746125" y="1900796"/>
            <a:ext cx="3752393" cy="1172829"/>
            <a:chOff x="5129049" y="248570"/>
            <a:chExt cx="3752393" cy="1172829"/>
          </a:xfrm>
        </p:grpSpPr>
        <p:pic>
          <p:nvPicPr>
            <p:cNvPr id="12" name="Picture 28">
              <a:extLst>
                <a:ext uri="{FF2B5EF4-FFF2-40B4-BE49-F238E27FC236}">
                  <a16:creationId xmlns:a16="http://schemas.microsoft.com/office/drawing/2014/main" id="{C4B86075-0298-4364-9FBD-E70C2B39F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29049" y="248570"/>
              <a:ext cx="697226" cy="1109631"/>
            </a:xfrm>
            <a:prstGeom prst="rect">
              <a:avLst/>
            </a:prstGeom>
          </p:spPr>
        </p:pic>
        <p:sp>
          <p:nvSpPr>
            <p:cNvPr id="13" name="TextBox 29">
              <a:extLst>
                <a:ext uri="{FF2B5EF4-FFF2-40B4-BE49-F238E27FC236}">
                  <a16:creationId xmlns:a16="http://schemas.microsoft.com/office/drawing/2014/main" id="{0F772379-1E18-4A30-A418-4EA47688A476}"/>
                </a:ext>
              </a:extLst>
            </p:cNvPr>
            <p:cNvSpPr txBox="1"/>
            <p:nvPr/>
          </p:nvSpPr>
          <p:spPr>
            <a:xfrm>
              <a:off x="5784501" y="248613"/>
              <a:ext cx="309694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2400" dirty="0">
                  <a:latin typeface="Bahnschrift Light Condensed" panose="020B0502040204020203" pitchFamily="34" charset="0"/>
                </a:rPr>
                <a:t>Centro para la Optimización y la Probabilidad Aplicada </a:t>
              </a:r>
              <a:endParaRPr lang="en-US" sz="2400" dirty="0">
                <a:latin typeface="Bahnschrift Light Condensed" panose="020B0502040204020203" pitchFamily="34" charset="0"/>
              </a:endParaRPr>
            </a:p>
          </p:txBody>
        </p:sp>
        <p:sp>
          <p:nvSpPr>
            <p:cNvPr id="14" name="TextBox 32">
              <a:extLst>
                <a:ext uri="{FF2B5EF4-FFF2-40B4-BE49-F238E27FC236}">
                  <a16:creationId xmlns:a16="http://schemas.microsoft.com/office/drawing/2014/main" id="{39B38EE0-0980-4AD5-8890-CDFE5A1082A3}"/>
                </a:ext>
              </a:extLst>
            </p:cNvPr>
            <p:cNvSpPr txBox="1"/>
            <p:nvPr/>
          </p:nvSpPr>
          <p:spPr>
            <a:xfrm>
              <a:off x="7015054" y="959734"/>
              <a:ext cx="11627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2400">
                  <a:latin typeface="Bahnschrift SemiLight Condensed" panose="020B0502040204020203" pitchFamily="34" charset="0"/>
                  <a:ea typeface="CMU Concrete" panose="02000603000000000000" pitchFamily="2" charset="0"/>
                  <a:cs typeface="CMU Concrete" panose="02000603000000000000" pitchFamily="2" charset="0"/>
                </a:rPr>
                <a:t>COPA</a:t>
              </a:r>
              <a:endParaRPr lang="en-US" sz="2400">
                <a:latin typeface="Bahnschrift SemiLight Condensed" panose="020B0502040204020203" pitchFamily="34" charset="0"/>
                <a:ea typeface="CMU Concrete" panose="02000603000000000000" pitchFamily="2" charset="0"/>
                <a:cs typeface="CMU Concrete" panose="02000603000000000000" pitchFamily="2" charset="0"/>
              </a:endParaRPr>
            </a:p>
          </p:txBody>
        </p:sp>
        <p:cxnSp>
          <p:nvCxnSpPr>
            <p:cNvPr id="15" name="Straight Connector 36">
              <a:extLst>
                <a:ext uri="{FF2B5EF4-FFF2-40B4-BE49-F238E27FC236}">
                  <a16:creationId xmlns:a16="http://schemas.microsoft.com/office/drawing/2014/main" id="{23131484-5757-40D3-9F8F-E7FE6C82C9E0}"/>
                </a:ext>
              </a:extLst>
            </p:cNvPr>
            <p:cNvCxnSpPr>
              <a:cxnSpLocks/>
            </p:cNvCxnSpPr>
            <p:nvPr/>
          </p:nvCxnSpPr>
          <p:spPr>
            <a:xfrm>
              <a:off x="6129287" y="1180024"/>
              <a:ext cx="839318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37">
              <a:extLst>
                <a:ext uri="{FF2B5EF4-FFF2-40B4-BE49-F238E27FC236}">
                  <a16:creationId xmlns:a16="http://schemas.microsoft.com/office/drawing/2014/main" id="{1B6A9266-6834-45D5-B555-2EB3B2C76FE4}"/>
                </a:ext>
              </a:extLst>
            </p:cNvPr>
            <p:cNvCxnSpPr>
              <a:cxnSpLocks/>
            </p:cNvCxnSpPr>
            <p:nvPr/>
          </p:nvCxnSpPr>
          <p:spPr>
            <a:xfrm>
              <a:off x="7739993" y="1186940"/>
              <a:ext cx="838869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Imagen 16">
            <a:extLst>
              <a:ext uri="{FF2B5EF4-FFF2-40B4-BE49-F238E27FC236}">
                <a16:creationId xmlns:a16="http://schemas.microsoft.com/office/drawing/2014/main" id="{439FC2A2-20A7-42F9-BEC7-798BB791C9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6009" y="408111"/>
            <a:ext cx="2741845" cy="96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594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7FC502C1-21B8-4404-801F-F89D3183B181}"/>
              </a:ext>
            </a:extLst>
          </p:cNvPr>
          <p:cNvSpPr/>
          <p:nvPr/>
        </p:nvSpPr>
        <p:spPr>
          <a:xfrm>
            <a:off x="246753" y="162094"/>
            <a:ext cx="3384376" cy="302433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EA807636-7B57-422F-8439-9C22FAB17E27}"/>
              </a:ext>
            </a:extLst>
          </p:cNvPr>
          <p:cNvGrpSpPr/>
          <p:nvPr/>
        </p:nvGrpSpPr>
        <p:grpSpPr>
          <a:xfrm>
            <a:off x="642795" y="450126"/>
            <a:ext cx="2613133" cy="1323439"/>
            <a:chOff x="1979711" y="1988840"/>
            <a:chExt cx="2613133" cy="1323439"/>
          </a:xfrm>
        </p:grpSpPr>
        <p:sp>
          <p:nvSpPr>
            <p:cNvPr id="5" name="Forma libre: forma 4">
              <a:extLst>
                <a:ext uri="{FF2B5EF4-FFF2-40B4-BE49-F238E27FC236}">
                  <a16:creationId xmlns:a16="http://schemas.microsoft.com/office/drawing/2014/main" id="{6CC2CCE2-69E9-4E6A-B225-BBF91FA5AB2D}"/>
                </a:ext>
              </a:extLst>
            </p:cNvPr>
            <p:cNvSpPr/>
            <p:nvPr/>
          </p:nvSpPr>
          <p:spPr>
            <a:xfrm>
              <a:off x="1979711" y="2276871"/>
              <a:ext cx="472153" cy="800557"/>
            </a:xfrm>
            <a:custGeom>
              <a:avLst/>
              <a:gdLst>
                <a:gd name="connsiteX0" fmla="*/ 603019 w 2640879"/>
                <a:gd name="connsiteY0" fmla="*/ 0 h 4598505"/>
                <a:gd name="connsiteX1" fmla="*/ 1239124 w 2640879"/>
                <a:gd name="connsiteY1" fmla="*/ 463826 h 4598505"/>
                <a:gd name="connsiteX2" fmla="*/ 26550 w 2640879"/>
                <a:gd name="connsiteY2" fmla="*/ 2445026 h 4598505"/>
                <a:gd name="connsiteX3" fmla="*/ 2623976 w 2640879"/>
                <a:gd name="connsiteY3" fmla="*/ 1762539 h 4598505"/>
                <a:gd name="connsiteX4" fmla="*/ 1166237 w 2640879"/>
                <a:gd name="connsiteY4" fmla="*/ 3836505 h 4598505"/>
                <a:gd name="connsiteX5" fmla="*/ 1557176 w 2640879"/>
                <a:gd name="connsiteY5" fmla="*/ 4598505 h 4598505"/>
                <a:gd name="connsiteX0" fmla="*/ 600735 w 2638595"/>
                <a:gd name="connsiteY0" fmla="*/ 0 h 4598505"/>
                <a:gd name="connsiteX1" fmla="*/ 1283223 w 2638595"/>
                <a:gd name="connsiteY1" fmla="*/ 523461 h 4598505"/>
                <a:gd name="connsiteX2" fmla="*/ 24266 w 2638595"/>
                <a:gd name="connsiteY2" fmla="*/ 2445026 h 4598505"/>
                <a:gd name="connsiteX3" fmla="*/ 2621692 w 2638595"/>
                <a:gd name="connsiteY3" fmla="*/ 1762539 h 4598505"/>
                <a:gd name="connsiteX4" fmla="*/ 1163953 w 2638595"/>
                <a:gd name="connsiteY4" fmla="*/ 3836505 h 4598505"/>
                <a:gd name="connsiteX5" fmla="*/ 1554892 w 2638595"/>
                <a:gd name="connsiteY5" fmla="*/ 4598505 h 4598505"/>
                <a:gd name="connsiteX0" fmla="*/ 600735 w 2638595"/>
                <a:gd name="connsiteY0" fmla="*/ 0 h 4598505"/>
                <a:gd name="connsiteX1" fmla="*/ 1283223 w 2638595"/>
                <a:gd name="connsiteY1" fmla="*/ 523461 h 4598505"/>
                <a:gd name="connsiteX2" fmla="*/ 24266 w 2638595"/>
                <a:gd name="connsiteY2" fmla="*/ 2445026 h 4598505"/>
                <a:gd name="connsiteX3" fmla="*/ 2621692 w 2638595"/>
                <a:gd name="connsiteY3" fmla="*/ 1762539 h 4598505"/>
                <a:gd name="connsiteX4" fmla="*/ 1163953 w 2638595"/>
                <a:gd name="connsiteY4" fmla="*/ 3836505 h 4598505"/>
                <a:gd name="connsiteX5" fmla="*/ 1554892 w 2638595"/>
                <a:gd name="connsiteY5" fmla="*/ 4598505 h 4598505"/>
                <a:gd name="connsiteX0" fmla="*/ 598770 w 2636630"/>
                <a:gd name="connsiteY0" fmla="*/ 0 h 4598505"/>
                <a:gd name="connsiteX1" fmla="*/ 1281258 w 2636630"/>
                <a:gd name="connsiteY1" fmla="*/ 523461 h 4598505"/>
                <a:gd name="connsiteX2" fmla="*/ 22301 w 2636630"/>
                <a:gd name="connsiteY2" fmla="*/ 2445026 h 4598505"/>
                <a:gd name="connsiteX3" fmla="*/ 2619727 w 2636630"/>
                <a:gd name="connsiteY3" fmla="*/ 1762539 h 4598505"/>
                <a:gd name="connsiteX4" fmla="*/ 1161988 w 2636630"/>
                <a:gd name="connsiteY4" fmla="*/ 3836505 h 4598505"/>
                <a:gd name="connsiteX5" fmla="*/ 1552927 w 2636630"/>
                <a:gd name="connsiteY5" fmla="*/ 4598505 h 4598505"/>
                <a:gd name="connsiteX0" fmla="*/ 576469 w 2614329"/>
                <a:gd name="connsiteY0" fmla="*/ 0 h 4598505"/>
                <a:gd name="connsiteX1" fmla="*/ 1258957 w 2614329"/>
                <a:gd name="connsiteY1" fmla="*/ 523461 h 4598505"/>
                <a:gd name="connsiteX2" fmla="*/ 0 w 2614329"/>
                <a:gd name="connsiteY2" fmla="*/ 2445026 h 4598505"/>
                <a:gd name="connsiteX3" fmla="*/ 2597426 w 2614329"/>
                <a:gd name="connsiteY3" fmla="*/ 1762539 h 4598505"/>
                <a:gd name="connsiteX4" fmla="*/ 1139687 w 2614329"/>
                <a:gd name="connsiteY4" fmla="*/ 3836505 h 4598505"/>
                <a:gd name="connsiteX5" fmla="*/ 1530626 w 2614329"/>
                <a:gd name="connsiteY5" fmla="*/ 4598505 h 4598505"/>
                <a:gd name="connsiteX0" fmla="*/ 576469 w 2614329"/>
                <a:gd name="connsiteY0" fmla="*/ 0 h 4598505"/>
                <a:gd name="connsiteX1" fmla="*/ 1258957 w 2614329"/>
                <a:gd name="connsiteY1" fmla="*/ 523461 h 4598505"/>
                <a:gd name="connsiteX2" fmla="*/ 0 w 2614329"/>
                <a:gd name="connsiteY2" fmla="*/ 2445026 h 4598505"/>
                <a:gd name="connsiteX3" fmla="*/ 2597426 w 2614329"/>
                <a:gd name="connsiteY3" fmla="*/ 1762539 h 4598505"/>
                <a:gd name="connsiteX4" fmla="*/ 1139687 w 2614329"/>
                <a:gd name="connsiteY4" fmla="*/ 3836505 h 4598505"/>
                <a:gd name="connsiteX5" fmla="*/ 1530626 w 2614329"/>
                <a:gd name="connsiteY5" fmla="*/ 4598505 h 4598505"/>
                <a:gd name="connsiteX0" fmla="*/ 576469 w 2614329"/>
                <a:gd name="connsiteY0" fmla="*/ 0 h 4598505"/>
                <a:gd name="connsiteX1" fmla="*/ 1258957 w 2614329"/>
                <a:gd name="connsiteY1" fmla="*/ 523461 h 4598505"/>
                <a:gd name="connsiteX2" fmla="*/ 0 w 2614329"/>
                <a:gd name="connsiteY2" fmla="*/ 2445026 h 4598505"/>
                <a:gd name="connsiteX3" fmla="*/ 2597426 w 2614329"/>
                <a:gd name="connsiteY3" fmla="*/ 1762539 h 4598505"/>
                <a:gd name="connsiteX4" fmla="*/ 1139687 w 2614329"/>
                <a:gd name="connsiteY4" fmla="*/ 3836505 h 4598505"/>
                <a:gd name="connsiteX5" fmla="*/ 1530626 w 2614329"/>
                <a:gd name="connsiteY5" fmla="*/ 4598505 h 4598505"/>
                <a:gd name="connsiteX0" fmla="*/ 576469 w 2597426"/>
                <a:gd name="connsiteY0" fmla="*/ 0 h 4598505"/>
                <a:gd name="connsiteX1" fmla="*/ 1258957 w 2597426"/>
                <a:gd name="connsiteY1" fmla="*/ 523461 h 4598505"/>
                <a:gd name="connsiteX2" fmla="*/ 0 w 2597426"/>
                <a:gd name="connsiteY2" fmla="*/ 2445026 h 4598505"/>
                <a:gd name="connsiteX3" fmla="*/ 2597426 w 2597426"/>
                <a:gd name="connsiteY3" fmla="*/ 1762539 h 4598505"/>
                <a:gd name="connsiteX4" fmla="*/ 1139687 w 2597426"/>
                <a:gd name="connsiteY4" fmla="*/ 3836505 h 4598505"/>
                <a:gd name="connsiteX5" fmla="*/ 1530626 w 2597426"/>
                <a:gd name="connsiteY5" fmla="*/ 4598505 h 4598505"/>
                <a:gd name="connsiteX0" fmla="*/ 576469 w 2597426"/>
                <a:gd name="connsiteY0" fmla="*/ 0 h 4598505"/>
                <a:gd name="connsiteX1" fmla="*/ 1258957 w 2597426"/>
                <a:gd name="connsiteY1" fmla="*/ 523461 h 4598505"/>
                <a:gd name="connsiteX2" fmla="*/ 0 w 2597426"/>
                <a:gd name="connsiteY2" fmla="*/ 2445026 h 4598505"/>
                <a:gd name="connsiteX3" fmla="*/ 2597426 w 2597426"/>
                <a:gd name="connsiteY3" fmla="*/ 1762539 h 4598505"/>
                <a:gd name="connsiteX4" fmla="*/ 1133061 w 2597426"/>
                <a:gd name="connsiteY4" fmla="*/ 3624470 h 4598505"/>
                <a:gd name="connsiteX5" fmla="*/ 1530626 w 2597426"/>
                <a:gd name="connsiteY5" fmla="*/ 4598505 h 4598505"/>
                <a:gd name="connsiteX0" fmla="*/ 576469 w 2597426"/>
                <a:gd name="connsiteY0" fmla="*/ 0 h 4532244"/>
                <a:gd name="connsiteX1" fmla="*/ 1258957 w 2597426"/>
                <a:gd name="connsiteY1" fmla="*/ 523461 h 4532244"/>
                <a:gd name="connsiteX2" fmla="*/ 0 w 2597426"/>
                <a:gd name="connsiteY2" fmla="*/ 2445026 h 4532244"/>
                <a:gd name="connsiteX3" fmla="*/ 2597426 w 2597426"/>
                <a:gd name="connsiteY3" fmla="*/ 1762539 h 4532244"/>
                <a:gd name="connsiteX4" fmla="*/ 1133061 w 2597426"/>
                <a:gd name="connsiteY4" fmla="*/ 3624470 h 4532244"/>
                <a:gd name="connsiteX5" fmla="*/ 1583634 w 2597426"/>
                <a:gd name="connsiteY5" fmla="*/ 4532244 h 4532244"/>
                <a:gd name="connsiteX0" fmla="*/ 589721 w 2597426"/>
                <a:gd name="connsiteY0" fmla="*/ 0 h 4525618"/>
                <a:gd name="connsiteX1" fmla="*/ 1258957 w 2597426"/>
                <a:gd name="connsiteY1" fmla="*/ 516835 h 4525618"/>
                <a:gd name="connsiteX2" fmla="*/ 0 w 2597426"/>
                <a:gd name="connsiteY2" fmla="*/ 2438400 h 4525618"/>
                <a:gd name="connsiteX3" fmla="*/ 2597426 w 2597426"/>
                <a:gd name="connsiteY3" fmla="*/ 1755913 h 4525618"/>
                <a:gd name="connsiteX4" fmla="*/ 1133061 w 2597426"/>
                <a:gd name="connsiteY4" fmla="*/ 3617844 h 4525618"/>
                <a:gd name="connsiteX5" fmla="*/ 1583634 w 2597426"/>
                <a:gd name="connsiteY5" fmla="*/ 4525618 h 4525618"/>
                <a:gd name="connsiteX0" fmla="*/ 589721 w 2597426"/>
                <a:gd name="connsiteY0" fmla="*/ 2842 h 4528460"/>
                <a:gd name="connsiteX1" fmla="*/ 1258957 w 2597426"/>
                <a:gd name="connsiteY1" fmla="*/ 519677 h 4528460"/>
                <a:gd name="connsiteX2" fmla="*/ 0 w 2597426"/>
                <a:gd name="connsiteY2" fmla="*/ 2441242 h 4528460"/>
                <a:gd name="connsiteX3" fmla="*/ 2597426 w 2597426"/>
                <a:gd name="connsiteY3" fmla="*/ 1758755 h 4528460"/>
                <a:gd name="connsiteX4" fmla="*/ 1133061 w 2597426"/>
                <a:gd name="connsiteY4" fmla="*/ 3620686 h 4528460"/>
                <a:gd name="connsiteX5" fmla="*/ 1583634 w 2597426"/>
                <a:gd name="connsiteY5" fmla="*/ 4528460 h 4528460"/>
                <a:gd name="connsiteX0" fmla="*/ 589721 w 2597426"/>
                <a:gd name="connsiteY0" fmla="*/ 1852 h 4527470"/>
                <a:gd name="connsiteX1" fmla="*/ 1258957 w 2597426"/>
                <a:gd name="connsiteY1" fmla="*/ 518687 h 4527470"/>
                <a:gd name="connsiteX2" fmla="*/ 0 w 2597426"/>
                <a:gd name="connsiteY2" fmla="*/ 2440252 h 4527470"/>
                <a:gd name="connsiteX3" fmla="*/ 2597426 w 2597426"/>
                <a:gd name="connsiteY3" fmla="*/ 1757765 h 4527470"/>
                <a:gd name="connsiteX4" fmla="*/ 1133061 w 2597426"/>
                <a:gd name="connsiteY4" fmla="*/ 3619696 h 4527470"/>
                <a:gd name="connsiteX5" fmla="*/ 1583634 w 2597426"/>
                <a:gd name="connsiteY5" fmla="*/ 4527470 h 4527470"/>
                <a:gd name="connsiteX0" fmla="*/ 596347 w 2597426"/>
                <a:gd name="connsiteY0" fmla="*/ 2148 h 4594027"/>
                <a:gd name="connsiteX1" fmla="*/ 1258957 w 2597426"/>
                <a:gd name="connsiteY1" fmla="*/ 585244 h 4594027"/>
                <a:gd name="connsiteX2" fmla="*/ 0 w 2597426"/>
                <a:gd name="connsiteY2" fmla="*/ 2506809 h 4594027"/>
                <a:gd name="connsiteX3" fmla="*/ 2597426 w 2597426"/>
                <a:gd name="connsiteY3" fmla="*/ 1824322 h 4594027"/>
                <a:gd name="connsiteX4" fmla="*/ 1133061 w 2597426"/>
                <a:gd name="connsiteY4" fmla="*/ 3686253 h 4594027"/>
                <a:gd name="connsiteX5" fmla="*/ 1583634 w 2597426"/>
                <a:gd name="connsiteY5" fmla="*/ 4594027 h 4594027"/>
                <a:gd name="connsiteX0" fmla="*/ 596347 w 2597426"/>
                <a:gd name="connsiteY0" fmla="*/ 0 h 4591879"/>
                <a:gd name="connsiteX1" fmla="*/ 1258957 w 2597426"/>
                <a:gd name="connsiteY1" fmla="*/ 583096 h 4591879"/>
                <a:gd name="connsiteX2" fmla="*/ 0 w 2597426"/>
                <a:gd name="connsiteY2" fmla="*/ 2504661 h 4591879"/>
                <a:gd name="connsiteX3" fmla="*/ 2597426 w 2597426"/>
                <a:gd name="connsiteY3" fmla="*/ 1822174 h 4591879"/>
                <a:gd name="connsiteX4" fmla="*/ 1133061 w 2597426"/>
                <a:gd name="connsiteY4" fmla="*/ 3684105 h 4591879"/>
                <a:gd name="connsiteX5" fmla="*/ 1583634 w 2597426"/>
                <a:gd name="connsiteY5" fmla="*/ 4591879 h 4591879"/>
                <a:gd name="connsiteX0" fmla="*/ 596347 w 2597426"/>
                <a:gd name="connsiteY0" fmla="*/ 0 h 4591879"/>
                <a:gd name="connsiteX1" fmla="*/ 1258957 w 2597426"/>
                <a:gd name="connsiteY1" fmla="*/ 583096 h 4591879"/>
                <a:gd name="connsiteX2" fmla="*/ 0 w 2597426"/>
                <a:gd name="connsiteY2" fmla="*/ 2504661 h 4591879"/>
                <a:gd name="connsiteX3" fmla="*/ 2597426 w 2597426"/>
                <a:gd name="connsiteY3" fmla="*/ 1822174 h 4591879"/>
                <a:gd name="connsiteX4" fmla="*/ 1133061 w 2597426"/>
                <a:gd name="connsiteY4" fmla="*/ 3684105 h 4591879"/>
                <a:gd name="connsiteX5" fmla="*/ 1583634 w 2597426"/>
                <a:gd name="connsiteY5" fmla="*/ 4591879 h 4591879"/>
                <a:gd name="connsiteX0" fmla="*/ 596347 w 2597426"/>
                <a:gd name="connsiteY0" fmla="*/ 0 h 4545497"/>
                <a:gd name="connsiteX1" fmla="*/ 1258957 w 2597426"/>
                <a:gd name="connsiteY1" fmla="*/ 536714 h 4545497"/>
                <a:gd name="connsiteX2" fmla="*/ 0 w 2597426"/>
                <a:gd name="connsiteY2" fmla="*/ 2458279 h 4545497"/>
                <a:gd name="connsiteX3" fmla="*/ 2597426 w 2597426"/>
                <a:gd name="connsiteY3" fmla="*/ 1775792 h 4545497"/>
                <a:gd name="connsiteX4" fmla="*/ 1133061 w 2597426"/>
                <a:gd name="connsiteY4" fmla="*/ 3637723 h 4545497"/>
                <a:gd name="connsiteX5" fmla="*/ 1583634 w 2597426"/>
                <a:gd name="connsiteY5" fmla="*/ 4545497 h 4545497"/>
                <a:gd name="connsiteX0" fmla="*/ 596347 w 2597426"/>
                <a:gd name="connsiteY0" fmla="*/ 0 h 4545497"/>
                <a:gd name="connsiteX1" fmla="*/ 1258957 w 2597426"/>
                <a:gd name="connsiteY1" fmla="*/ 536714 h 4545497"/>
                <a:gd name="connsiteX2" fmla="*/ 0 w 2597426"/>
                <a:gd name="connsiteY2" fmla="*/ 2458279 h 4545497"/>
                <a:gd name="connsiteX3" fmla="*/ 2597426 w 2597426"/>
                <a:gd name="connsiteY3" fmla="*/ 1775792 h 4545497"/>
                <a:gd name="connsiteX4" fmla="*/ 1133061 w 2597426"/>
                <a:gd name="connsiteY4" fmla="*/ 3637723 h 4545497"/>
                <a:gd name="connsiteX5" fmla="*/ 1583634 w 2597426"/>
                <a:gd name="connsiteY5" fmla="*/ 4545497 h 4545497"/>
                <a:gd name="connsiteX0" fmla="*/ 629477 w 2597426"/>
                <a:gd name="connsiteY0" fmla="*/ 0 h 4611758"/>
                <a:gd name="connsiteX1" fmla="*/ 1258957 w 2597426"/>
                <a:gd name="connsiteY1" fmla="*/ 602975 h 4611758"/>
                <a:gd name="connsiteX2" fmla="*/ 0 w 2597426"/>
                <a:gd name="connsiteY2" fmla="*/ 2524540 h 4611758"/>
                <a:gd name="connsiteX3" fmla="*/ 2597426 w 2597426"/>
                <a:gd name="connsiteY3" fmla="*/ 1842053 h 4611758"/>
                <a:gd name="connsiteX4" fmla="*/ 1133061 w 2597426"/>
                <a:gd name="connsiteY4" fmla="*/ 3703984 h 4611758"/>
                <a:gd name="connsiteX5" fmla="*/ 1583634 w 2597426"/>
                <a:gd name="connsiteY5" fmla="*/ 4611758 h 4611758"/>
                <a:gd name="connsiteX0" fmla="*/ 629477 w 2597426"/>
                <a:gd name="connsiteY0" fmla="*/ 0 h 4611758"/>
                <a:gd name="connsiteX1" fmla="*/ 1258957 w 2597426"/>
                <a:gd name="connsiteY1" fmla="*/ 602975 h 4611758"/>
                <a:gd name="connsiteX2" fmla="*/ 0 w 2597426"/>
                <a:gd name="connsiteY2" fmla="*/ 2524540 h 4611758"/>
                <a:gd name="connsiteX3" fmla="*/ 2597426 w 2597426"/>
                <a:gd name="connsiteY3" fmla="*/ 1842053 h 4611758"/>
                <a:gd name="connsiteX4" fmla="*/ 1133061 w 2597426"/>
                <a:gd name="connsiteY4" fmla="*/ 3703984 h 4611758"/>
                <a:gd name="connsiteX5" fmla="*/ 1583634 w 2597426"/>
                <a:gd name="connsiteY5" fmla="*/ 4611758 h 4611758"/>
                <a:gd name="connsiteX0" fmla="*/ 629477 w 2597426"/>
                <a:gd name="connsiteY0" fmla="*/ 0 h 4611758"/>
                <a:gd name="connsiteX1" fmla="*/ 1258957 w 2597426"/>
                <a:gd name="connsiteY1" fmla="*/ 602975 h 4611758"/>
                <a:gd name="connsiteX2" fmla="*/ 0 w 2597426"/>
                <a:gd name="connsiteY2" fmla="*/ 2524540 h 4611758"/>
                <a:gd name="connsiteX3" fmla="*/ 2597426 w 2597426"/>
                <a:gd name="connsiteY3" fmla="*/ 1842053 h 4611758"/>
                <a:gd name="connsiteX4" fmla="*/ 1133061 w 2597426"/>
                <a:gd name="connsiteY4" fmla="*/ 3703984 h 4611758"/>
                <a:gd name="connsiteX5" fmla="*/ 1583634 w 2597426"/>
                <a:gd name="connsiteY5" fmla="*/ 4611758 h 4611758"/>
                <a:gd name="connsiteX0" fmla="*/ 596347 w 2597426"/>
                <a:gd name="connsiteY0" fmla="*/ 0 h 4572001"/>
                <a:gd name="connsiteX1" fmla="*/ 1258957 w 2597426"/>
                <a:gd name="connsiteY1" fmla="*/ 563218 h 4572001"/>
                <a:gd name="connsiteX2" fmla="*/ 0 w 2597426"/>
                <a:gd name="connsiteY2" fmla="*/ 2484783 h 4572001"/>
                <a:gd name="connsiteX3" fmla="*/ 2597426 w 2597426"/>
                <a:gd name="connsiteY3" fmla="*/ 1802296 h 4572001"/>
                <a:gd name="connsiteX4" fmla="*/ 1133061 w 2597426"/>
                <a:gd name="connsiteY4" fmla="*/ 3664227 h 4572001"/>
                <a:gd name="connsiteX5" fmla="*/ 1583634 w 2597426"/>
                <a:gd name="connsiteY5" fmla="*/ 4572001 h 4572001"/>
                <a:gd name="connsiteX0" fmla="*/ 596347 w 2597426"/>
                <a:gd name="connsiteY0" fmla="*/ 0 h 4572001"/>
                <a:gd name="connsiteX1" fmla="*/ 1258957 w 2597426"/>
                <a:gd name="connsiteY1" fmla="*/ 563218 h 4572001"/>
                <a:gd name="connsiteX2" fmla="*/ 0 w 2597426"/>
                <a:gd name="connsiteY2" fmla="*/ 2484783 h 4572001"/>
                <a:gd name="connsiteX3" fmla="*/ 2597426 w 2597426"/>
                <a:gd name="connsiteY3" fmla="*/ 1802296 h 4572001"/>
                <a:gd name="connsiteX4" fmla="*/ 1133061 w 2597426"/>
                <a:gd name="connsiteY4" fmla="*/ 3664227 h 4572001"/>
                <a:gd name="connsiteX5" fmla="*/ 1583634 w 2597426"/>
                <a:gd name="connsiteY5" fmla="*/ 4572001 h 4572001"/>
                <a:gd name="connsiteX0" fmla="*/ 596347 w 2597426"/>
                <a:gd name="connsiteY0" fmla="*/ 0 h 4572001"/>
                <a:gd name="connsiteX1" fmla="*/ 1225827 w 2597426"/>
                <a:gd name="connsiteY1" fmla="*/ 642731 h 4572001"/>
                <a:gd name="connsiteX2" fmla="*/ 0 w 2597426"/>
                <a:gd name="connsiteY2" fmla="*/ 2484783 h 4572001"/>
                <a:gd name="connsiteX3" fmla="*/ 2597426 w 2597426"/>
                <a:gd name="connsiteY3" fmla="*/ 1802296 h 4572001"/>
                <a:gd name="connsiteX4" fmla="*/ 1133061 w 2597426"/>
                <a:gd name="connsiteY4" fmla="*/ 3664227 h 4572001"/>
                <a:gd name="connsiteX5" fmla="*/ 1583634 w 2597426"/>
                <a:gd name="connsiteY5" fmla="*/ 4572001 h 4572001"/>
                <a:gd name="connsiteX0" fmla="*/ 496956 w 2597426"/>
                <a:gd name="connsiteY0" fmla="*/ 0 h 4598505"/>
                <a:gd name="connsiteX1" fmla="*/ 1225827 w 2597426"/>
                <a:gd name="connsiteY1" fmla="*/ 669235 h 4598505"/>
                <a:gd name="connsiteX2" fmla="*/ 0 w 2597426"/>
                <a:gd name="connsiteY2" fmla="*/ 2511287 h 4598505"/>
                <a:gd name="connsiteX3" fmla="*/ 2597426 w 2597426"/>
                <a:gd name="connsiteY3" fmla="*/ 1828800 h 4598505"/>
                <a:gd name="connsiteX4" fmla="*/ 1133061 w 2597426"/>
                <a:gd name="connsiteY4" fmla="*/ 3690731 h 4598505"/>
                <a:gd name="connsiteX5" fmla="*/ 1583634 w 2597426"/>
                <a:gd name="connsiteY5" fmla="*/ 4598505 h 4598505"/>
                <a:gd name="connsiteX0" fmla="*/ 483704 w 2597426"/>
                <a:gd name="connsiteY0" fmla="*/ 0 h 4598505"/>
                <a:gd name="connsiteX1" fmla="*/ 1225827 w 2597426"/>
                <a:gd name="connsiteY1" fmla="*/ 669235 h 4598505"/>
                <a:gd name="connsiteX2" fmla="*/ 0 w 2597426"/>
                <a:gd name="connsiteY2" fmla="*/ 2511287 h 4598505"/>
                <a:gd name="connsiteX3" fmla="*/ 2597426 w 2597426"/>
                <a:gd name="connsiteY3" fmla="*/ 1828800 h 4598505"/>
                <a:gd name="connsiteX4" fmla="*/ 1133061 w 2597426"/>
                <a:gd name="connsiteY4" fmla="*/ 3690731 h 4598505"/>
                <a:gd name="connsiteX5" fmla="*/ 1583634 w 2597426"/>
                <a:gd name="connsiteY5" fmla="*/ 4598505 h 4598505"/>
                <a:gd name="connsiteX0" fmla="*/ 483704 w 2597426"/>
                <a:gd name="connsiteY0" fmla="*/ 0 h 4598505"/>
                <a:gd name="connsiteX1" fmla="*/ 1205949 w 2597426"/>
                <a:gd name="connsiteY1" fmla="*/ 622853 h 4598505"/>
                <a:gd name="connsiteX2" fmla="*/ 0 w 2597426"/>
                <a:gd name="connsiteY2" fmla="*/ 2511287 h 4598505"/>
                <a:gd name="connsiteX3" fmla="*/ 2597426 w 2597426"/>
                <a:gd name="connsiteY3" fmla="*/ 1828800 h 4598505"/>
                <a:gd name="connsiteX4" fmla="*/ 1133061 w 2597426"/>
                <a:gd name="connsiteY4" fmla="*/ 3690731 h 4598505"/>
                <a:gd name="connsiteX5" fmla="*/ 1583634 w 2597426"/>
                <a:gd name="connsiteY5" fmla="*/ 4598505 h 4598505"/>
                <a:gd name="connsiteX0" fmla="*/ 483704 w 2597426"/>
                <a:gd name="connsiteY0" fmla="*/ 0 h 4538870"/>
                <a:gd name="connsiteX1" fmla="*/ 1205949 w 2597426"/>
                <a:gd name="connsiteY1" fmla="*/ 622853 h 4538870"/>
                <a:gd name="connsiteX2" fmla="*/ 0 w 2597426"/>
                <a:gd name="connsiteY2" fmla="*/ 2511287 h 4538870"/>
                <a:gd name="connsiteX3" fmla="*/ 2597426 w 2597426"/>
                <a:gd name="connsiteY3" fmla="*/ 1828800 h 4538870"/>
                <a:gd name="connsiteX4" fmla="*/ 1133061 w 2597426"/>
                <a:gd name="connsiteY4" fmla="*/ 3690731 h 4538870"/>
                <a:gd name="connsiteX5" fmla="*/ 1630017 w 2597426"/>
                <a:gd name="connsiteY5" fmla="*/ 4538870 h 4538870"/>
                <a:gd name="connsiteX0" fmla="*/ 483704 w 2597426"/>
                <a:gd name="connsiteY0" fmla="*/ 0 h 4538870"/>
                <a:gd name="connsiteX1" fmla="*/ 1205949 w 2597426"/>
                <a:gd name="connsiteY1" fmla="*/ 622853 h 4538870"/>
                <a:gd name="connsiteX2" fmla="*/ 0 w 2597426"/>
                <a:gd name="connsiteY2" fmla="*/ 2511287 h 4538870"/>
                <a:gd name="connsiteX3" fmla="*/ 2597426 w 2597426"/>
                <a:gd name="connsiteY3" fmla="*/ 1828800 h 4538870"/>
                <a:gd name="connsiteX4" fmla="*/ 1133061 w 2597426"/>
                <a:gd name="connsiteY4" fmla="*/ 3783496 h 4538870"/>
                <a:gd name="connsiteX5" fmla="*/ 1630017 w 2597426"/>
                <a:gd name="connsiteY5" fmla="*/ 4538870 h 4538870"/>
                <a:gd name="connsiteX0" fmla="*/ 483704 w 2597426"/>
                <a:gd name="connsiteY0" fmla="*/ 0 h 4538870"/>
                <a:gd name="connsiteX1" fmla="*/ 1205949 w 2597426"/>
                <a:gd name="connsiteY1" fmla="*/ 622853 h 4538870"/>
                <a:gd name="connsiteX2" fmla="*/ 0 w 2597426"/>
                <a:gd name="connsiteY2" fmla="*/ 2511287 h 4538870"/>
                <a:gd name="connsiteX3" fmla="*/ 2597426 w 2597426"/>
                <a:gd name="connsiteY3" fmla="*/ 1828800 h 4538870"/>
                <a:gd name="connsiteX4" fmla="*/ 1152940 w 2597426"/>
                <a:gd name="connsiteY4" fmla="*/ 3723861 h 4538870"/>
                <a:gd name="connsiteX5" fmla="*/ 1630017 w 2597426"/>
                <a:gd name="connsiteY5" fmla="*/ 4538870 h 4538870"/>
                <a:gd name="connsiteX0" fmla="*/ 483704 w 2617304"/>
                <a:gd name="connsiteY0" fmla="*/ 0 h 4538870"/>
                <a:gd name="connsiteX1" fmla="*/ 1205949 w 2617304"/>
                <a:gd name="connsiteY1" fmla="*/ 622853 h 4538870"/>
                <a:gd name="connsiteX2" fmla="*/ 0 w 2617304"/>
                <a:gd name="connsiteY2" fmla="*/ 2511287 h 4538870"/>
                <a:gd name="connsiteX3" fmla="*/ 2617304 w 2617304"/>
                <a:gd name="connsiteY3" fmla="*/ 1802296 h 4538870"/>
                <a:gd name="connsiteX4" fmla="*/ 1152940 w 2617304"/>
                <a:gd name="connsiteY4" fmla="*/ 3723861 h 4538870"/>
                <a:gd name="connsiteX5" fmla="*/ 1630017 w 2617304"/>
                <a:gd name="connsiteY5" fmla="*/ 4538870 h 4538870"/>
                <a:gd name="connsiteX0" fmla="*/ 543339 w 2676939"/>
                <a:gd name="connsiteY0" fmla="*/ 0 h 4538870"/>
                <a:gd name="connsiteX1" fmla="*/ 1265584 w 2676939"/>
                <a:gd name="connsiteY1" fmla="*/ 622853 h 4538870"/>
                <a:gd name="connsiteX2" fmla="*/ 0 w 2676939"/>
                <a:gd name="connsiteY2" fmla="*/ 2564296 h 4538870"/>
                <a:gd name="connsiteX3" fmla="*/ 2676939 w 2676939"/>
                <a:gd name="connsiteY3" fmla="*/ 1802296 h 4538870"/>
                <a:gd name="connsiteX4" fmla="*/ 1212575 w 2676939"/>
                <a:gd name="connsiteY4" fmla="*/ 3723861 h 4538870"/>
                <a:gd name="connsiteX5" fmla="*/ 1689652 w 2676939"/>
                <a:gd name="connsiteY5" fmla="*/ 4538870 h 4538870"/>
                <a:gd name="connsiteX0" fmla="*/ 543339 w 2676939"/>
                <a:gd name="connsiteY0" fmla="*/ 0 h 4538870"/>
                <a:gd name="connsiteX1" fmla="*/ 1265584 w 2676939"/>
                <a:gd name="connsiteY1" fmla="*/ 622853 h 4538870"/>
                <a:gd name="connsiteX2" fmla="*/ 0 w 2676939"/>
                <a:gd name="connsiteY2" fmla="*/ 2564296 h 4538870"/>
                <a:gd name="connsiteX3" fmla="*/ 2676939 w 2676939"/>
                <a:gd name="connsiteY3" fmla="*/ 1802296 h 4538870"/>
                <a:gd name="connsiteX4" fmla="*/ 1212575 w 2676939"/>
                <a:gd name="connsiteY4" fmla="*/ 3723861 h 4538870"/>
                <a:gd name="connsiteX5" fmla="*/ 1689652 w 2676939"/>
                <a:gd name="connsiteY5" fmla="*/ 4538870 h 4538870"/>
                <a:gd name="connsiteX0" fmla="*/ 543339 w 2676939"/>
                <a:gd name="connsiteY0" fmla="*/ 0 h 4538870"/>
                <a:gd name="connsiteX1" fmla="*/ 1265584 w 2676939"/>
                <a:gd name="connsiteY1" fmla="*/ 622853 h 4538870"/>
                <a:gd name="connsiteX2" fmla="*/ 0 w 2676939"/>
                <a:gd name="connsiteY2" fmla="*/ 2564296 h 4538870"/>
                <a:gd name="connsiteX3" fmla="*/ 2676939 w 2676939"/>
                <a:gd name="connsiteY3" fmla="*/ 1802296 h 4538870"/>
                <a:gd name="connsiteX4" fmla="*/ 1212575 w 2676939"/>
                <a:gd name="connsiteY4" fmla="*/ 3723861 h 4538870"/>
                <a:gd name="connsiteX5" fmla="*/ 1689652 w 2676939"/>
                <a:gd name="connsiteY5" fmla="*/ 4538870 h 4538870"/>
                <a:gd name="connsiteX0" fmla="*/ 543339 w 2676939"/>
                <a:gd name="connsiteY0" fmla="*/ 0 h 4538870"/>
                <a:gd name="connsiteX1" fmla="*/ 1265584 w 2676939"/>
                <a:gd name="connsiteY1" fmla="*/ 622853 h 4538870"/>
                <a:gd name="connsiteX2" fmla="*/ 0 w 2676939"/>
                <a:gd name="connsiteY2" fmla="*/ 2564296 h 4538870"/>
                <a:gd name="connsiteX3" fmla="*/ 2676939 w 2676939"/>
                <a:gd name="connsiteY3" fmla="*/ 1802296 h 4538870"/>
                <a:gd name="connsiteX4" fmla="*/ 1212575 w 2676939"/>
                <a:gd name="connsiteY4" fmla="*/ 3723861 h 4538870"/>
                <a:gd name="connsiteX5" fmla="*/ 1689652 w 2676939"/>
                <a:gd name="connsiteY5" fmla="*/ 4538870 h 4538870"/>
                <a:gd name="connsiteX0" fmla="*/ 543339 w 2676939"/>
                <a:gd name="connsiteY0" fmla="*/ 0 h 4538870"/>
                <a:gd name="connsiteX1" fmla="*/ 1265584 w 2676939"/>
                <a:gd name="connsiteY1" fmla="*/ 622853 h 4538870"/>
                <a:gd name="connsiteX2" fmla="*/ 0 w 2676939"/>
                <a:gd name="connsiteY2" fmla="*/ 2564296 h 4538870"/>
                <a:gd name="connsiteX3" fmla="*/ 2676939 w 2676939"/>
                <a:gd name="connsiteY3" fmla="*/ 1802296 h 4538870"/>
                <a:gd name="connsiteX4" fmla="*/ 1212575 w 2676939"/>
                <a:gd name="connsiteY4" fmla="*/ 3723861 h 4538870"/>
                <a:gd name="connsiteX5" fmla="*/ 1689652 w 2676939"/>
                <a:gd name="connsiteY5" fmla="*/ 4538870 h 453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76939" h="4538870">
                  <a:moveTo>
                    <a:pt x="543339" y="0"/>
                  </a:moveTo>
                  <a:cubicBezTo>
                    <a:pt x="816664" y="101046"/>
                    <a:pt x="1356140" y="195470"/>
                    <a:pt x="1265584" y="622853"/>
                  </a:cubicBezTo>
                  <a:cubicBezTo>
                    <a:pt x="1175028" y="1050236"/>
                    <a:pt x="101600" y="2291523"/>
                    <a:pt x="0" y="2564296"/>
                  </a:cubicBezTo>
                  <a:cubicBezTo>
                    <a:pt x="249582" y="2572027"/>
                    <a:pt x="2453860" y="1782418"/>
                    <a:pt x="2676939" y="1802296"/>
                  </a:cubicBezTo>
                  <a:cubicBezTo>
                    <a:pt x="2528956" y="2034209"/>
                    <a:pt x="1390375" y="3251200"/>
                    <a:pt x="1212575" y="3723861"/>
                  </a:cubicBezTo>
                  <a:cubicBezTo>
                    <a:pt x="1034775" y="4196522"/>
                    <a:pt x="1469887" y="4408556"/>
                    <a:pt x="1689652" y="4538870"/>
                  </a:cubicBezTo>
                </a:path>
              </a:pathLst>
            </a:custGeom>
            <a:noFill/>
            <a:ln w="76200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ln w="762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4EF965FB-F708-4246-B177-EA5B9F9D30BE}"/>
                </a:ext>
              </a:extLst>
            </p:cNvPr>
            <p:cNvSpPr txBox="1"/>
            <p:nvPr/>
          </p:nvSpPr>
          <p:spPr>
            <a:xfrm>
              <a:off x="2360596" y="1988840"/>
              <a:ext cx="2232248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CO" sz="8000" dirty="0">
                  <a:solidFill>
                    <a:schemeClr val="bg1"/>
                  </a:solidFill>
                  <a:latin typeface="Bahnschrift SemiLight Condensed" panose="020B0502040204020203" pitchFamily="34" charset="0"/>
                </a:rPr>
                <a:t>COPA</a:t>
              </a:r>
              <a:endParaRPr lang="en-US" sz="8000" dirty="0">
                <a:solidFill>
                  <a:schemeClr val="bg1"/>
                </a:solidFill>
                <a:latin typeface="Bahnschrift SemiLight Condensed" panose="020B0502040204020203" pitchFamily="34" charset="0"/>
              </a:endParaRPr>
            </a:p>
          </p:txBody>
        </p:sp>
      </p:grpSp>
      <p:pic>
        <p:nvPicPr>
          <p:cNvPr id="7" name="Imagen 6">
            <a:extLst>
              <a:ext uri="{FF2B5EF4-FFF2-40B4-BE49-F238E27FC236}">
                <a16:creationId xmlns:a16="http://schemas.microsoft.com/office/drawing/2014/main" id="{689E9D1A-E2B4-4B58-9D4B-901FF47162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825" r="16989" b="25969"/>
          <a:stretch/>
        </p:blipFill>
        <p:spPr>
          <a:xfrm>
            <a:off x="3771691" y="670791"/>
            <a:ext cx="3974434" cy="193044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ACA9519-3E27-4A78-86D7-957B4CE2C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44" y="1410057"/>
            <a:ext cx="3036071" cy="2139881"/>
          </a:xfrm>
          <a:prstGeom prst="rect">
            <a:avLst/>
          </a:prstGeom>
        </p:spPr>
      </p:pic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01D661BE-9990-4F95-967C-78294CFD6EC7}"/>
              </a:ext>
            </a:extLst>
          </p:cNvPr>
          <p:cNvSpPr/>
          <p:nvPr/>
        </p:nvSpPr>
        <p:spPr>
          <a:xfrm>
            <a:off x="878871" y="4181547"/>
            <a:ext cx="746896" cy="1266396"/>
          </a:xfrm>
          <a:custGeom>
            <a:avLst/>
            <a:gdLst>
              <a:gd name="connsiteX0" fmla="*/ 603019 w 2640879"/>
              <a:gd name="connsiteY0" fmla="*/ 0 h 4598505"/>
              <a:gd name="connsiteX1" fmla="*/ 1239124 w 2640879"/>
              <a:gd name="connsiteY1" fmla="*/ 463826 h 4598505"/>
              <a:gd name="connsiteX2" fmla="*/ 26550 w 2640879"/>
              <a:gd name="connsiteY2" fmla="*/ 2445026 h 4598505"/>
              <a:gd name="connsiteX3" fmla="*/ 2623976 w 2640879"/>
              <a:gd name="connsiteY3" fmla="*/ 1762539 h 4598505"/>
              <a:gd name="connsiteX4" fmla="*/ 1166237 w 2640879"/>
              <a:gd name="connsiteY4" fmla="*/ 3836505 h 4598505"/>
              <a:gd name="connsiteX5" fmla="*/ 1557176 w 2640879"/>
              <a:gd name="connsiteY5" fmla="*/ 4598505 h 4598505"/>
              <a:gd name="connsiteX0" fmla="*/ 600735 w 2638595"/>
              <a:gd name="connsiteY0" fmla="*/ 0 h 4598505"/>
              <a:gd name="connsiteX1" fmla="*/ 1283223 w 2638595"/>
              <a:gd name="connsiteY1" fmla="*/ 523461 h 4598505"/>
              <a:gd name="connsiteX2" fmla="*/ 24266 w 2638595"/>
              <a:gd name="connsiteY2" fmla="*/ 2445026 h 4598505"/>
              <a:gd name="connsiteX3" fmla="*/ 2621692 w 2638595"/>
              <a:gd name="connsiteY3" fmla="*/ 1762539 h 4598505"/>
              <a:gd name="connsiteX4" fmla="*/ 1163953 w 2638595"/>
              <a:gd name="connsiteY4" fmla="*/ 3836505 h 4598505"/>
              <a:gd name="connsiteX5" fmla="*/ 1554892 w 2638595"/>
              <a:gd name="connsiteY5" fmla="*/ 4598505 h 4598505"/>
              <a:gd name="connsiteX0" fmla="*/ 600735 w 2638595"/>
              <a:gd name="connsiteY0" fmla="*/ 0 h 4598505"/>
              <a:gd name="connsiteX1" fmla="*/ 1283223 w 2638595"/>
              <a:gd name="connsiteY1" fmla="*/ 523461 h 4598505"/>
              <a:gd name="connsiteX2" fmla="*/ 24266 w 2638595"/>
              <a:gd name="connsiteY2" fmla="*/ 2445026 h 4598505"/>
              <a:gd name="connsiteX3" fmla="*/ 2621692 w 2638595"/>
              <a:gd name="connsiteY3" fmla="*/ 1762539 h 4598505"/>
              <a:gd name="connsiteX4" fmla="*/ 1163953 w 2638595"/>
              <a:gd name="connsiteY4" fmla="*/ 3836505 h 4598505"/>
              <a:gd name="connsiteX5" fmla="*/ 1554892 w 2638595"/>
              <a:gd name="connsiteY5" fmla="*/ 4598505 h 4598505"/>
              <a:gd name="connsiteX0" fmla="*/ 598770 w 2636630"/>
              <a:gd name="connsiteY0" fmla="*/ 0 h 4598505"/>
              <a:gd name="connsiteX1" fmla="*/ 1281258 w 2636630"/>
              <a:gd name="connsiteY1" fmla="*/ 523461 h 4598505"/>
              <a:gd name="connsiteX2" fmla="*/ 22301 w 2636630"/>
              <a:gd name="connsiteY2" fmla="*/ 2445026 h 4598505"/>
              <a:gd name="connsiteX3" fmla="*/ 2619727 w 2636630"/>
              <a:gd name="connsiteY3" fmla="*/ 1762539 h 4598505"/>
              <a:gd name="connsiteX4" fmla="*/ 1161988 w 2636630"/>
              <a:gd name="connsiteY4" fmla="*/ 3836505 h 4598505"/>
              <a:gd name="connsiteX5" fmla="*/ 1552927 w 2636630"/>
              <a:gd name="connsiteY5" fmla="*/ 4598505 h 4598505"/>
              <a:gd name="connsiteX0" fmla="*/ 576469 w 2614329"/>
              <a:gd name="connsiteY0" fmla="*/ 0 h 4598505"/>
              <a:gd name="connsiteX1" fmla="*/ 1258957 w 2614329"/>
              <a:gd name="connsiteY1" fmla="*/ 523461 h 4598505"/>
              <a:gd name="connsiteX2" fmla="*/ 0 w 2614329"/>
              <a:gd name="connsiteY2" fmla="*/ 2445026 h 4598505"/>
              <a:gd name="connsiteX3" fmla="*/ 2597426 w 2614329"/>
              <a:gd name="connsiteY3" fmla="*/ 1762539 h 4598505"/>
              <a:gd name="connsiteX4" fmla="*/ 1139687 w 2614329"/>
              <a:gd name="connsiteY4" fmla="*/ 3836505 h 4598505"/>
              <a:gd name="connsiteX5" fmla="*/ 1530626 w 2614329"/>
              <a:gd name="connsiteY5" fmla="*/ 4598505 h 4598505"/>
              <a:gd name="connsiteX0" fmla="*/ 576469 w 2614329"/>
              <a:gd name="connsiteY0" fmla="*/ 0 h 4598505"/>
              <a:gd name="connsiteX1" fmla="*/ 1258957 w 2614329"/>
              <a:gd name="connsiteY1" fmla="*/ 523461 h 4598505"/>
              <a:gd name="connsiteX2" fmla="*/ 0 w 2614329"/>
              <a:gd name="connsiteY2" fmla="*/ 2445026 h 4598505"/>
              <a:gd name="connsiteX3" fmla="*/ 2597426 w 2614329"/>
              <a:gd name="connsiteY3" fmla="*/ 1762539 h 4598505"/>
              <a:gd name="connsiteX4" fmla="*/ 1139687 w 2614329"/>
              <a:gd name="connsiteY4" fmla="*/ 3836505 h 4598505"/>
              <a:gd name="connsiteX5" fmla="*/ 1530626 w 2614329"/>
              <a:gd name="connsiteY5" fmla="*/ 4598505 h 4598505"/>
              <a:gd name="connsiteX0" fmla="*/ 576469 w 2614329"/>
              <a:gd name="connsiteY0" fmla="*/ 0 h 4598505"/>
              <a:gd name="connsiteX1" fmla="*/ 1258957 w 2614329"/>
              <a:gd name="connsiteY1" fmla="*/ 523461 h 4598505"/>
              <a:gd name="connsiteX2" fmla="*/ 0 w 2614329"/>
              <a:gd name="connsiteY2" fmla="*/ 2445026 h 4598505"/>
              <a:gd name="connsiteX3" fmla="*/ 2597426 w 2614329"/>
              <a:gd name="connsiteY3" fmla="*/ 1762539 h 4598505"/>
              <a:gd name="connsiteX4" fmla="*/ 1139687 w 2614329"/>
              <a:gd name="connsiteY4" fmla="*/ 3836505 h 4598505"/>
              <a:gd name="connsiteX5" fmla="*/ 1530626 w 2614329"/>
              <a:gd name="connsiteY5" fmla="*/ 4598505 h 4598505"/>
              <a:gd name="connsiteX0" fmla="*/ 576469 w 2597426"/>
              <a:gd name="connsiteY0" fmla="*/ 0 h 4598505"/>
              <a:gd name="connsiteX1" fmla="*/ 1258957 w 2597426"/>
              <a:gd name="connsiteY1" fmla="*/ 523461 h 4598505"/>
              <a:gd name="connsiteX2" fmla="*/ 0 w 2597426"/>
              <a:gd name="connsiteY2" fmla="*/ 2445026 h 4598505"/>
              <a:gd name="connsiteX3" fmla="*/ 2597426 w 2597426"/>
              <a:gd name="connsiteY3" fmla="*/ 1762539 h 4598505"/>
              <a:gd name="connsiteX4" fmla="*/ 1139687 w 2597426"/>
              <a:gd name="connsiteY4" fmla="*/ 3836505 h 4598505"/>
              <a:gd name="connsiteX5" fmla="*/ 1530626 w 2597426"/>
              <a:gd name="connsiteY5" fmla="*/ 4598505 h 4598505"/>
              <a:gd name="connsiteX0" fmla="*/ 576469 w 2597426"/>
              <a:gd name="connsiteY0" fmla="*/ 0 h 4598505"/>
              <a:gd name="connsiteX1" fmla="*/ 1258957 w 2597426"/>
              <a:gd name="connsiteY1" fmla="*/ 523461 h 4598505"/>
              <a:gd name="connsiteX2" fmla="*/ 0 w 2597426"/>
              <a:gd name="connsiteY2" fmla="*/ 2445026 h 4598505"/>
              <a:gd name="connsiteX3" fmla="*/ 2597426 w 2597426"/>
              <a:gd name="connsiteY3" fmla="*/ 1762539 h 4598505"/>
              <a:gd name="connsiteX4" fmla="*/ 1133061 w 2597426"/>
              <a:gd name="connsiteY4" fmla="*/ 3624470 h 4598505"/>
              <a:gd name="connsiteX5" fmla="*/ 1530626 w 2597426"/>
              <a:gd name="connsiteY5" fmla="*/ 4598505 h 4598505"/>
              <a:gd name="connsiteX0" fmla="*/ 576469 w 2597426"/>
              <a:gd name="connsiteY0" fmla="*/ 0 h 4532244"/>
              <a:gd name="connsiteX1" fmla="*/ 1258957 w 2597426"/>
              <a:gd name="connsiteY1" fmla="*/ 523461 h 4532244"/>
              <a:gd name="connsiteX2" fmla="*/ 0 w 2597426"/>
              <a:gd name="connsiteY2" fmla="*/ 2445026 h 4532244"/>
              <a:gd name="connsiteX3" fmla="*/ 2597426 w 2597426"/>
              <a:gd name="connsiteY3" fmla="*/ 1762539 h 4532244"/>
              <a:gd name="connsiteX4" fmla="*/ 1133061 w 2597426"/>
              <a:gd name="connsiteY4" fmla="*/ 3624470 h 4532244"/>
              <a:gd name="connsiteX5" fmla="*/ 1583634 w 2597426"/>
              <a:gd name="connsiteY5" fmla="*/ 4532244 h 4532244"/>
              <a:gd name="connsiteX0" fmla="*/ 589721 w 2597426"/>
              <a:gd name="connsiteY0" fmla="*/ 0 h 4525618"/>
              <a:gd name="connsiteX1" fmla="*/ 1258957 w 2597426"/>
              <a:gd name="connsiteY1" fmla="*/ 516835 h 4525618"/>
              <a:gd name="connsiteX2" fmla="*/ 0 w 2597426"/>
              <a:gd name="connsiteY2" fmla="*/ 2438400 h 4525618"/>
              <a:gd name="connsiteX3" fmla="*/ 2597426 w 2597426"/>
              <a:gd name="connsiteY3" fmla="*/ 1755913 h 4525618"/>
              <a:gd name="connsiteX4" fmla="*/ 1133061 w 2597426"/>
              <a:gd name="connsiteY4" fmla="*/ 3617844 h 4525618"/>
              <a:gd name="connsiteX5" fmla="*/ 1583634 w 2597426"/>
              <a:gd name="connsiteY5" fmla="*/ 4525618 h 4525618"/>
              <a:gd name="connsiteX0" fmla="*/ 589721 w 2597426"/>
              <a:gd name="connsiteY0" fmla="*/ 2842 h 4528460"/>
              <a:gd name="connsiteX1" fmla="*/ 1258957 w 2597426"/>
              <a:gd name="connsiteY1" fmla="*/ 519677 h 4528460"/>
              <a:gd name="connsiteX2" fmla="*/ 0 w 2597426"/>
              <a:gd name="connsiteY2" fmla="*/ 2441242 h 4528460"/>
              <a:gd name="connsiteX3" fmla="*/ 2597426 w 2597426"/>
              <a:gd name="connsiteY3" fmla="*/ 1758755 h 4528460"/>
              <a:gd name="connsiteX4" fmla="*/ 1133061 w 2597426"/>
              <a:gd name="connsiteY4" fmla="*/ 3620686 h 4528460"/>
              <a:gd name="connsiteX5" fmla="*/ 1583634 w 2597426"/>
              <a:gd name="connsiteY5" fmla="*/ 4528460 h 4528460"/>
              <a:gd name="connsiteX0" fmla="*/ 589721 w 2597426"/>
              <a:gd name="connsiteY0" fmla="*/ 1852 h 4527470"/>
              <a:gd name="connsiteX1" fmla="*/ 1258957 w 2597426"/>
              <a:gd name="connsiteY1" fmla="*/ 518687 h 4527470"/>
              <a:gd name="connsiteX2" fmla="*/ 0 w 2597426"/>
              <a:gd name="connsiteY2" fmla="*/ 2440252 h 4527470"/>
              <a:gd name="connsiteX3" fmla="*/ 2597426 w 2597426"/>
              <a:gd name="connsiteY3" fmla="*/ 1757765 h 4527470"/>
              <a:gd name="connsiteX4" fmla="*/ 1133061 w 2597426"/>
              <a:gd name="connsiteY4" fmla="*/ 3619696 h 4527470"/>
              <a:gd name="connsiteX5" fmla="*/ 1583634 w 2597426"/>
              <a:gd name="connsiteY5" fmla="*/ 4527470 h 4527470"/>
              <a:gd name="connsiteX0" fmla="*/ 596347 w 2597426"/>
              <a:gd name="connsiteY0" fmla="*/ 2148 h 4594027"/>
              <a:gd name="connsiteX1" fmla="*/ 1258957 w 2597426"/>
              <a:gd name="connsiteY1" fmla="*/ 585244 h 4594027"/>
              <a:gd name="connsiteX2" fmla="*/ 0 w 2597426"/>
              <a:gd name="connsiteY2" fmla="*/ 2506809 h 4594027"/>
              <a:gd name="connsiteX3" fmla="*/ 2597426 w 2597426"/>
              <a:gd name="connsiteY3" fmla="*/ 1824322 h 4594027"/>
              <a:gd name="connsiteX4" fmla="*/ 1133061 w 2597426"/>
              <a:gd name="connsiteY4" fmla="*/ 3686253 h 4594027"/>
              <a:gd name="connsiteX5" fmla="*/ 1583634 w 2597426"/>
              <a:gd name="connsiteY5" fmla="*/ 4594027 h 4594027"/>
              <a:gd name="connsiteX0" fmla="*/ 596347 w 2597426"/>
              <a:gd name="connsiteY0" fmla="*/ 0 h 4591879"/>
              <a:gd name="connsiteX1" fmla="*/ 1258957 w 2597426"/>
              <a:gd name="connsiteY1" fmla="*/ 583096 h 4591879"/>
              <a:gd name="connsiteX2" fmla="*/ 0 w 2597426"/>
              <a:gd name="connsiteY2" fmla="*/ 2504661 h 4591879"/>
              <a:gd name="connsiteX3" fmla="*/ 2597426 w 2597426"/>
              <a:gd name="connsiteY3" fmla="*/ 1822174 h 4591879"/>
              <a:gd name="connsiteX4" fmla="*/ 1133061 w 2597426"/>
              <a:gd name="connsiteY4" fmla="*/ 3684105 h 4591879"/>
              <a:gd name="connsiteX5" fmla="*/ 1583634 w 2597426"/>
              <a:gd name="connsiteY5" fmla="*/ 4591879 h 4591879"/>
              <a:gd name="connsiteX0" fmla="*/ 596347 w 2597426"/>
              <a:gd name="connsiteY0" fmla="*/ 0 h 4591879"/>
              <a:gd name="connsiteX1" fmla="*/ 1258957 w 2597426"/>
              <a:gd name="connsiteY1" fmla="*/ 583096 h 4591879"/>
              <a:gd name="connsiteX2" fmla="*/ 0 w 2597426"/>
              <a:gd name="connsiteY2" fmla="*/ 2504661 h 4591879"/>
              <a:gd name="connsiteX3" fmla="*/ 2597426 w 2597426"/>
              <a:gd name="connsiteY3" fmla="*/ 1822174 h 4591879"/>
              <a:gd name="connsiteX4" fmla="*/ 1133061 w 2597426"/>
              <a:gd name="connsiteY4" fmla="*/ 3684105 h 4591879"/>
              <a:gd name="connsiteX5" fmla="*/ 1583634 w 2597426"/>
              <a:gd name="connsiteY5" fmla="*/ 4591879 h 4591879"/>
              <a:gd name="connsiteX0" fmla="*/ 596347 w 2597426"/>
              <a:gd name="connsiteY0" fmla="*/ 0 h 4545497"/>
              <a:gd name="connsiteX1" fmla="*/ 1258957 w 2597426"/>
              <a:gd name="connsiteY1" fmla="*/ 536714 h 4545497"/>
              <a:gd name="connsiteX2" fmla="*/ 0 w 2597426"/>
              <a:gd name="connsiteY2" fmla="*/ 2458279 h 4545497"/>
              <a:gd name="connsiteX3" fmla="*/ 2597426 w 2597426"/>
              <a:gd name="connsiteY3" fmla="*/ 1775792 h 4545497"/>
              <a:gd name="connsiteX4" fmla="*/ 1133061 w 2597426"/>
              <a:gd name="connsiteY4" fmla="*/ 3637723 h 4545497"/>
              <a:gd name="connsiteX5" fmla="*/ 1583634 w 2597426"/>
              <a:gd name="connsiteY5" fmla="*/ 4545497 h 4545497"/>
              <a:gd name="connsiteX0" fmla="*/ 596347 w 2597426"/>
              <a:gd name="connsiteY0" fmla="*/ 0 h 4545497"/>
              <a:gd name="connsiteX1" fmla="*/ 1258957 w 2597426"/>
              <a:gd name="connsiteY1" fmla="*/ 536714 h 4545497"/>
              <a:gd name="connsiteX2" fmla="*/ 0 w 2597426"/>
              <a:gd name="connsiteY2" fmla="*/ 2458279 h 4545497"/>
              <a:gd name="connsiteX3" fmla="*/ 2597426 w 2597426"/>
              <a:gd name="connsiteY3" fmla="*/ 1775792 h 4545497"/>
              <a:gd name="connsiteX4" fmla="*/ 1133061 w 2597426"/>
              <a:gd name="connsiteY4" fmla="*/ 3637723 h 4545497"/>
              <a:gd name="connsiteX5" fmla="*/ 1583634 w 2597426"/>
              <a:gd name="connsiteY5" fmla="*/ 4545497 h 4545497"/>
              <a:gd name="connsiteX0" fmla="*/ 629477 w 2597426"/>
              <a:gd name="connsiteY0" fmla="*/ 0 h 4611758"/>
              <a:gd name="connsiteX1" fmla="*/ 1258957 w 2597426"/>
              <a:gd name="connsiteY1" fmla="*/ 602975 h 4611758"/>
              <a:gd name="connsiteX2" fmla="*/ 0 w 2597426"/>
              <a:gd name="connsiteY2" fmla="*/ 2524540 h 4611758"/>
              <a:gd name="connsiteX3" fmla="*/ 2597426 w 2597426"/>
              <a:gd name="connsiteY3" fmla="*/ 1842053 h 4611758"/>
              <a:gd name="connsiteX4" fmla="*/ 1133061 w 2597426"/>
              <a:gd name="connsiteY4" fmla="*/ 3703984 h 4611758"/>
              <a:gd name="connsiteX5" fmla="*/ 1583634 w 2597426"/>
              <a:gd name="connsiteY5" fmla="*/ 4611758 h 4611758"/>
              <a:gd name="connsiteX0" fmla="*/ 629477 w 2597426"/>
              <a:gd name="connsiteY0" fmla="*/ 0 h 4611758"/>
              <a:gd name="connsiteX1" fmla="*/ 1258957 w 2597426"/>
              <a:gd name="connsiteY1" fmla="*/ 602975 h 4611758"/>
              <a:gd name="connsiteX2" fmla="*/ 0 w 2597426"/>
              <a:gd name="connsiteY2" fmla="*/ 2524540 h 4611758"/>
              <a:gd name="connsiteX3" fmla="*/ 2597426 w 2597426"/>
              <a:gd name="connsiteY3" fmla="*/ 1842053 h 4611758"/>
              <a:gd name="connsiteX4" fmla="*/ 1133061 w 2597426"/>
              <a:gd name="connsiteY4" fmla="*/ 3703984 h 4611758"/>
              <a:gd name="connsiteX5" fmla="*/ 1583634 w 2597426"/>
              <a:gd name="connsiteY5" fmla="*/ 4611758 h 4611758"/>
              <a:gd name="connsiteX0" fmla="*/ 629477 w 2597426"/>
              <a:gd name="connsiteY0" fmla="*/ 0 h 4611758"/>
              <a:gd name="connsiteX1" fmla="*/ 1258957 w 2597426"/>
              <a:gd name="connsiteY1" fmla="*/ 602975 h 4611758"/>
              <a:gd name="connsiteX2" fmla="*/ 0 w 2597426"/>
              <a:gd name="connsiteY2" fmla="*/ 2524540 h 4611758"/>
              <a:gd name="connsiteX3" fmla="*/ 2597426 w 2597426"/>
              <a:gd name="connsiteY3" fmla="*/ 1842053 h 4611758"/>
              <a:gd name="connsiteX4" fmla="*/ 1133061 w 2597426"/>
              <a:gd name="connsiteY4" fmla="*/ 3703984 h 4611758"/>
              <a:gd name="connsiteX5" fmla="*/ 1583634 w 2597426"/>
              <a:gd name="connsiteY5" fmla="*/ 4611758 h 4611758"/>
              <a:gd name="connsiteX0" fmla="*/ 596347 w 2597426"/>
              <a:gd name="connsiteY0" fmla="*/ 0 h 4572001"/>
              <a:gd name="connsiteX1" fmla="*/ 1258957 w 2597426"/>
              <a:gd name="connsiteY1" fmla="*/ 563218 h 4572001"/>
              <a:gd name="connsiteX2" fmla="*/ 0 w 2597426"/>
              <a:gd name="connsiteY2" fmla="*/ 2484783 h 4572001"/>
              <a:gd name="connsiteX3" fmla="*/ 2597426 w 2597426"/>
              <a:gd name="connsiteY3" fmla="*/ 1802296 h 4572001"/>
              <a:gd name="connsiteX4" fmla="*/ 1133061 w 2597426"/>
              <a:gd name="connsiteY4" fmla="*/ 3664227 h 4572001"/>
              <a:gd name="connsiteX5" fmla="*/ 1583634 w 2597426"/>
              <a:gd name="connsiteY5" fmla="*/ 4572001 h 4572001"/>
              <a:gd name="connsiteX0" fmla="*/ 596347 w 2597426"/>
              <a:gd name="connsiteY0" fmla="*/ 0 h 4572001"/>
              <a:gd name="connsiteX1" fmla="*/ 1258957 w 2597426"/>
              <a:gd name="connsiteY1" fmla="*/ 563218 h 4572001"/>
              <a:gd name="connsiteX2" fmla="*/ 0 w 2597426"/>
              <a:gd name="connsiteY2" fmla="*/ 2484783 h 4572001"/>
              <a:gd name="connsiteX3" fmla="*/ 2597426 w 2597426"/>
              <a:gd name="connsiteY3" fmla="*/ 1802296 h 4572001"/>
              <a:gd name="connsiteX4" fmla="*/ 1133061 w 2597426"/>
              <a:gd name="connsiteY4" fmla="*/ 3664227 h 4572001"/>
              <a:gd name="connsiteX5" fmla="*/ 1583634 w 2597426"/>
              <a:gd name="connsiteY5" fmla="*/ 4572001 h 4572001"/>
              <a:gd name="connsiteX0" fmla="*/ 596347 w 2597426"/>
              <a:gd name="connsiteY0" fmla="*/ 0 h 4572001"/>
              <a:gd name="connsiteX1" fmla="*/ 1225827 w 2597426"/>
              <a:gd name="connsiteY1" fmla="*/ 642731 h 4572001"/>
              <a:gd name="connsiteX2" fmla="*/ 0 w 2597426"/>
              <a:gd name="connsiteY2" fmla="*/ 2484783 h 4572001"/>
              <a:gd name="connsiteX3" fmla="*/ 2597426 w 2597426"/>
              <a:gd name="connsiteY3" fmla="*/ 1802296 h 4572001"/>
              <a:gd name="connsiteX4" fmla="*/ 1133061 w 2597426"/>
              <a:gd name="connsiteY4" fmla="*/ 3664227 h 4572001"/>
              <a:gd name="connsiteX5" fmla="*/ 1583634 w 2597426"/>
              <a:gd name="connsiteY5" fmla="*/ 4572001 h 4572001"/>
              <a:gd name="connsiteX0" fmla="*/ 496956 w 2597426"/>
              <a:gd name="connsiteY0" fmla="*/ 0 h 4598505"/>
              <a:gd name="connsiteX1" fmla="*/ 1225827 w 2597426"/>
              <a:gd name="connsiteY1" fmla="*/ 669235 h 4598505"/>
              <a:gd name="connsiteX2" fmla="*/ 0 w 2597426"/>
              <a:gd name="connsiteY2" fmla="*/ 2511287 h 4598505"/>
              <a:gd name="connsiteX3" fmla="*/ 2597426 w 2597426"/>
              <a:gd name="connsiteY3" fmla="*/ 1828800 h 4598505"/>
              <a:gd name="connsiteX4" fmla="*/ 1133061 w 2597426"/>
              <a:gd name="connsiteY4" fmla="*/ 3690731 h 4598505"/>
              <a:gd name="connsiteX5" fmla="*/ 1583634 w 2597426"/>
              <a:gd name="connsiteY5" fmla="*/ 4598505 h 4598505"/>
              <a:gd name="connsiteX0" fmla="*/ 483704 w 2597426"/>
              <a:gd name="connsiteY0" fmla="*/ 0 h 4598505"/>
              <a:gd name="connsiteX1" fmla="*/ 1225827 w 2597426"/>
              <a:gd name="connsiteY1" fmla="*/ 669235 h 4598505"/>
              <a:gd name="connsiteX2" fmla="*/ 0 w 2597426"/>
              <a:gd name="connsiteY2" fmla="*/ 2511287 h 4598505"/>
              <a:gd name="connsiteX3" fmla="*/ 2597426 w 2597426"/>
              <a:gd name="connsiteY3" fmla="*/ 1828800 h 4598505"/>
              <a:gd name="connsiteX4" fmla="*/ 1133061 w 2597426"/>
              <a:gd name="connsiteY4" fmla="*/ 3690731 h 4598505"/>
              <a:gd name="connsiteX5" fmla="*/ 1583634 w 2597426"/>
              <a:gd name="connsiteY5" fmla="*/ 4598505 h 4598505"/>
              <a:gd name="connsiteX0" fmla="*/ 483704 w 2597426"/>
              <a:gd name="connsiteY0" fmla="*/ 0 h 4598505"/>
              <a:gd name="connsiteX1" fmla="*/ 1205949 w 2597426"/>
              <a:gd name="connsiteY1" fmla="*/ 622853 h 4598505"/>
              <a:gd name="connsiteX2" fmla="*/ 0 w 2597426"/>
              <a:gd name="connsiteY2" fmla="*/ 2511287 h 4598505"/>
              <a:gd name="connsiteX3" fmla="*/ 2597426 w 2597426"/>
              <a:gd name="connsiteY3" fmla="*/ 1828800 h 4598505"/>
              <a:gd name="connsiteX4" fmla="*/ 1133061 w 2597426"/>
              <a:gd name="connsiteY4" fmla="*/ 3690731 h 4598505"/>
              <a:gd name="connsiteX5" fmla="*/ 1583634 w 2597426"/>
              <a:gd name="connsiteY5" fmla="*/ 4598505 h 4598505"/>
              <a:gd name="connsiteX0" fmla="*/ 483704 w 2597426"/>
              <a:gd name="connsiteY0" fmla="*/ 0 h 4538870"/>
              <a:gd name="connsiteX1" fmla="*/ 1205949 w 2597426"/>
              <a:gd name="connsiteY1" fmla="*/ 622853 h 4538870"/>
              <a:gd name="connsiteX2" fmla="*/ 0 w 2597426"/>
              <a:gd name="connsiteY2" fmla="*/ 2511287 h 4538870"/>
              <a:gd name="connsiteX3" fmla="*/ 2597426 w 2597426"/>
              <a:gd name="connsiteY3" fmla="*/ 1828800 h 4538870"/>
              <a:gd name="connsiteX4" fmla="*/ 1133061 w 2597426"/>
              <a:gd name="connsiteY4" fmla="*/ 3690731 h 4538870"/>
              <a:gd name="connsiteX5" fmla="*/ 1630017 w 2597426"/>
              <a:gd name="connsiteY5" fmla="*/ 4538870 h 4538870"/>
              <a:gd name="connsiteX0" fmla="*/ 483704 w 2597426"/>
              <a:gd name="connsiteY0" fmla="*/ 0 h 4538870"/>
              <a:gd name="connsiteX1" fmla="*/ 1205949 w 2597426"/>
              <a:gd name="connsiteY1" fmla="*/ 622853 h 4538870"/>
              <a:gd name="connsiteX2" fmla="*/ 0 w 2597426"/>
              <a:gd name="connsiteY2" fmla="*/ 2511287 h 4538870"/>
              <a:gd name="connsiteX3" fmla="*/ 2597426 w 2597426"/>
              <a:gd name="connsiteY3" fmla="*/ 1828800 h 4538870"/>
              <a:gd name="connsiteX4" fmla="*/ 1133061 w 2597426"/>
              <a:gd name="connsiteY4" fmla="*/ 3783496 h 4538870"/>
              <a:gd name="connsiteX5" fmla="*/ 1630017 w 2597426"/>
              <a:gd name="connsiteY5" fmla="*/ 4538870 h 4538870"/>
              <a:gd name="connsiteX0" fmla="*/ 483704 w 2597426"/>
              <a:gd name="connsiteY0" fmla="*/ 0 h 4538870"/>
              <a:gd name="connsiteX1" fmla="*/ 1205949 w 2597426"/>
              <a:gd name="connsiteY1" fmla="*/ 622853 h 4538870"/>
              <a:gd name="connsiteX2" fmla="*/ 0 w 2597426"/>
              <a:gd name="connsiteY2" fmla="*/ 2511287 h 4538870"/>
              <a:gd name="connsiteX3" fmla="*/ 2597426 w 2597426"/>
              <a:gd name="connsiteY3" fmla="*/ 1828800 h 4538870"/>
              <a:gd name="connsiteX4" fmla="*/ 1152940 w 2597426"/>
              <a:gd name="connsiteY4" fmla="*/ 3723861 h 4538870"/>
              <a:gd name="connsiteX5" fmla="*/ 1630017 w 2597426"/>
              <a:gd name="connsiteY5" fmla="*/ 4538870 h 4538870"/>
              <a:gd name="connsiteX0" fmla="*/ 483704 w 2617304"/>
              <a:gd name="connsiteY0" fmla="*/ 0 h 4538870"/>
              <a:gd name="connsiteX1" fmla="*/ 1205949 w 2617304"/>
              <a:gd name="connsiteY1" fmla="*/ 622853 h 4538870"/>
              <a:gd name="connsiteX2" fmla="*/ 0 w 2617304"/>
              <a:gd name="connsiteY2" fmla="*/ 2511287 h 4538870"/>
              <a:gd name="connsiteX3" fmla="*/ 2617304 w 2617304"/>
              <a:gd name="connsiteY3" fmla="*/ 1802296 h 4538870"/>
              <a:gd name="connsiteX4" fmla="*/ 1152940 w 2617304"/>
              <a:gd name="connsiteY4" fmla="*/ 3723861 h 4538870"/>
              <a:gd name="connsiteX5" fmla="*/ 1630017 w 2617304"/>
              <a:gd name="connsiteY5" fmla="*/ 4538870 h 4538870"/>
              <a:gd name="connsiteX0" fmla="*/ 543339 w 2676939"/>
              <a:gd name="connsiteY0" fmla="*/ 0 h 4538870"/>
              <a:gd name="connsiteX1" fmla="*/ 1265584 w 2676939"/>
              <a:gd name="connsiteY1" fmla="*/ 622853 h 4538870"/>
              <a:gd name="connsiteX2" fmla="*/ 0 w 2676939"/>
              <a:gd name="connsiteY2" fmla="*/ 2564296 h 4538870"/>
              <a:gd name="connsiteX3" fmla="*/ 2676939 w 2676939"/>
              <a:gd name="connsiteY3" fmla="*/ 1802296 h 4538870"/>
              <a:gd name="connsiteX4" fmla="*/ 1212575 w 2676939"/>
              <a:gd name="connsiteY4" fmla="*/ 3723861 h 4538870"/>
              <a:gd name="connsiteX5" fmla="*/ 1689652 w 2676939"/>
              <a:gd name="connsiteY5" fmla="*/ 4538870 h 4538870"/>
              <a:gd name="connsiteX0" fmla="*/ 543339 w 2676939"/>
              <a:gd name="connsiteY0" fmla="*/ 0 h 4538870"/>
              <a:gd name="connsiteX1" fmla="*/ 1265584 w 2676939"/>
              <a:gd name="connsiteY1" fmla="*/ 622853 h 4538870"/>
              <a:gd name="connsiteX2" fmla="*/ 0 w 2676939"/>
              <a:gd name="connsiteY2" fmla="*/ 2564296 h 4538870"/>
              <a:gd name="connsiteX3" fmla="*/ 2676939 w 2676939"/>
              <a:gd name="connsiteY3" fmla="*/ 1802296 h 4538870"/>
              <a:gd name="connsiteX4" fmla="*/ 1212575 w 2676939"/>
              <a:gd name="connsiteY4" fmla="*/ 3723861 h 4538870"/>
              <a:gd name="connsiteX5" fmla="*/ 1689652 w 2676939"/>
              <a:gd name="connsiteY5" fmla="*/ 4538870 h 4538870"/>
              <a:gd name="connsiteX0" fmla="*/ 543339 w 2676939"/>
              <a:gd name="connsiteY0" fmla="*/ 0 h 4538870"/>
              <a:gd name="connsiteX1" fmla="*/ 1265584 w 2676939"/>
              <a:gd name="connsiteY1" fmla="*/ 622853 h 4538870"/>
              <a:gd name="connsiteX2" fmla="*/ 0 w 2676939"/>
              <a:gd name="connsiteY2" fmla="*/ 2564296 h 4538870"/>
              <a:gd name="connsiteX3" fmla="*/ 2676939 w 2676939"/>
              <a:gd name="connsiteY3" fmla="*/ 1802296 h 4538870"/>
              <a:gd name="connsiteX4" fmla="*/ 1212575 w 2676939"/>
              <a:gd name="connsiteY4" fmla="*/ 3723861 h 4538870"/>
              <a:gd name="connsiteX5" fmla="*/ 1689652 w 2676939"/>
              <a:gd name="connsiteY5" fmla="*/ 4538870 h 4538870"/>
              <a:gd name="connsiteX0" fmla="*/ 543339 w 2676939"/>
              <a:gd name="connsiteY0" fmla="*/ 0 h 4538870"/>
              <a:gd name="connsiteX1" fmla="*/ 1265584 w 2676939"/>
              <a:gd name="connsiteY1" fmla="*/ 622853 h 4538870"/>
              <a:gd name="connsiteX2" fmla="*/ 0 w 2676939"/>
              <a:gd name="connsiteY2" fmla="*/ 2564296 h 4538870"/>
              <a:gd name="connsiteX3" fmla="*/ 2676939 w 2676939"/>
              <a:gd name="connsiteY3" fmla="*/ 1802296 h 4538870"/>
              <a:gd name="connsiteX4" fmla="*/ 1212575 w 2676939"/>
              <a:gd name="connsiteY4" fmla="*/ 3723861 h 4538870"/>
              <a:gd name="connsiteX5" fmla="*/ 1689652 w 2676939"/>
              <a:gd name="connsiteY5" fmla="*/ 4538870 h 4538870"/>
              <a:gd name="connsiteX0" fmla="*/ 543339 w 2676939"/>
              <a:gd name="connsiteY0" fmla="*/ 0 h 4538870"/>
              <a:gd name="connsiteX1" fmla="*/ 1265584 w 2676939"/>
              <a:gd name="connsiteY1" fmla="*/ 622853 h 4538870"/>
              <a:gd name="connsiteX2" fmla="*/ 0 w 2676939"/>
              <a:gd name="connsiteY2" fmla="*/ 2564296 h 4538870"/>
              <a:gd name="connsiteX3" fmla="*/ 2676939 w 2676939"/>
              <a:gd name="connsiteY3" fmla="*/ 1802296 h 4538870"/>
              <a:gd name="connsiteX4" fmla="*/ 1212575 w 2676939"/>
              <a:gd name="connsiteY4" fmla="*/ 3723861 h 4538870"/>
              <a:gd name="connsiteX5" fmla="*/ 1689652 w 2676939"/>
              <a:gd name="connsiteY5" fmla="*/ 4538870 h 4538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76939" h="4538870">
                <a:moveTo>
                  <a:pt x="543339" y="0"/>
                </a:moveTo>
                <a:cubicBezTo>
                  <a:pt x="816664" y="101046"/>
                  <a:pt x="1356140" y="195470"/>
                  <a:pt x="1265584" y="622853"/>
                </a:cubicBezTo>
                <a:cubicBezTo>
                  <a:pt x="1175028" y="1050236"/>
                  <a:pt x="101600" y="2291523"/>
                  <a:pt x="0" y="2564296"/>
                </a:cubicBezTo>
                <a:cubicBezTo>
                  <a:pt x="249582" y="2572027"/>
                  <a:pt x="2453860" y="1782418"/>
                  <a:pt x="2676939" y="1802296"/>
                </a:cubicBezTo>
                <a:cubicBezTo>
                  <a:pt x="2528956" y="2034209"/>
                  <a:pt x="1390375" y="3251200"/>
                  <a:pt x="1212575" y="3723861"/>
                </a:cubicBezTo>
                <a:cubicBezTo>
                  <a:pt x="1034775" y="4196522"/>
                  <a:pt x="1469887" y="4408556"/>
                  <a:pt x="1689652" y="4538870"/>
                </a:cubicBezTo>
              </a:path>
            </a:pathLst>
          </a:custGeom>
          <a:noFill/>
          <a:ln w="152400">
            <a:solidFill>
              <a:schemeClr val="tx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n w="76200">
                <a:solidFill>
                  <a:schemeClr val="tx1"/>
                </a:solidFill>
              </a:ln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4F66745-9592-412E-879F-B676929A6F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5028" y="3126578"/>
            <a:ext cx="1054969" cy="1054969"/>
          </a:xfrm>
          <a:prstGeom prst="rect">
            <a:avLst/>
          </a:prstGeom>
        </p:spPr>
      </p:pic>
      <p:grpSp>
        <p:nvGrpSpPr>
          <p:cNvPr id="11" name="Grupo 10">
            <a:extLst>
              <a:ext uri="{FF2B5EF4-FFF2-40B4-BE49-F238E27FC236}">
                <a16:creationId xmlns:a16="http://schemas.microsoft.com/office/drawing/2014/main" id="{28484E26-1897-4688-A840-BBEF0BB86E82}"/>
              </a:ext>
            </a:extLst>
          </p:cNvPr>
          <p:cNvGrpSpPr/>
          <p:nvPr/>
        </p:nvGrpSpPr>
        <p:grpSpPr>
          <a:xfrm>
            <a:off x="7746125" y="1900796"/>
            <a:ext cx="3752393" cy="1172829"/>
            <a:chOff x="5129049" y="248570"/>
            <a:chExt cx="3752393" cy="1172829"/>
          </a:xfrm>
        </p:grpSpPr>
        <p:pic>
          <p:nvPicPr>
            <p:cNvPr id="12" name="Picture 28">
              <a:extLst>
                <a:ext uri="{FF2B5EF4-FFF2-40B4-BE49-F238E27FC236}">
                  <a16:creationId xmlns:a16="http://schemas.microsoft.com/office/drawing/2014/main" id="{C4B86075-0298-4364-9FBD-E70C2B39F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29049" y="248570"/>
              <a:ext cx="697226" cy="1109631"/>
            </a:xfrm>
            <a:prstGeom prst="rect">
              <a:avLst/>
            </a:prstGeom>
          </p:spPr>
        </p:pic>
        <p:sp>
          <p:nvSpPr>
            <p:cNvPr id="13" name="TextBox 29">
              <a:extLst>
                <a:ext uri="{FF2B5EF4-FFF2-40B4-BE49-F238E27FC236}">
                  <a16:creationId xmlns:a16="http://schemas.microsoft.com/office/drawing/2014/main" id="{0F772379-1E18-4A30-A418-4EA47688A476}"/>
                </a:ext>
              </a:extLst>
            </p:cNvPr>
            <p:cNvSpPr txBox="1"/>
            <p:nvPr/>
          </p:nvSpPr>
          <p:spPr>
            <a:xfrm>
              <a:off x="5784501" y="248613"/>
              <a:ext cx="309694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2400" dirty="0">
                  <a:latin typeface="Bahnschrift Light Condensed" panose="020B0502040204020203" pitchFamily="34" charset="0"/>
                </a:rPr>
                <a:t>Centro para la Optimización y la Probabilidad Aplicada </a:t>
              </a:r>
              <a:endParaRPr lang="en-US" sz="2400" dirty="0">
                <a:latin typeface="Bahnschrift Light Condensed" panose="020B0502040204020203" pitchFamily="34" charset="0"/>
              </a:endParaRPr>
            </a:p>
          </p:txBody>
        </p:sp>
        <p:sp>
          <p:nvSpPr>
            <p:cNvPr id="14" name="TextBox 32">
              <a:extLst>
                <a:ext uri="{FF2B5EF4-FFF2-40B4-BE49-F238E27FC236}">
                  <a16:creationId xmlns:a16="http://schemas.microsoft.com/office/drawing/2014/main" id="{39B38EE0-0980-4AD5-8890-CDFE5A1082A3}"/>
                </a:ext>
              </a:extLst>
            </p:cNvPr>
            <p:cNvSpPr txBox="1"/>
            <p:nvPr/>
          </p:nvSpPr>
          <p:spPr>
            <a:xfrm>
              <a:off x="7015054" y="959734"/>
              <a:ext cx="11627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2400">
                  <a:latin typeface="Bahnschrift SemiLight Condensed" panose="020B0502040204020203" pitchFamily="34" charset="0"/>
                  <a:ea typeface="CMU Concrete" panose="02000603000000000000" pitchFamily="2" charset="0"/>
                  <a:cs typeface="CMU Concrete" panose="02000603000000000000" pitchFamily="2" charset="0"/>
                </a:rPr>
                <a:t>COPA</a:t>
              </a:r>
              <a:endParaRPr lang="en-US" sz="2400">
                <a:latin typeface="Bahnschrift SemiLight Condensed" panose="020B0502040204020203" pitchFamily="34" charset="0"/>
                <a:ea typeface="CMU Concrete" panose="02000603000000000000" pitchFamily="2" charset="0"/>
                <a:cs typeface="CMU Concrete" panose="02000603000000000000" pitchFamily="2" charset="0"/>
              </a:endParaRPr>
            </a:p>
          </p:txBody>
        </p:sp>
        <p:cxnSp>
          <p:nvCxnSpPr>
            <p:cNvPr id="15" name="Straight Connector 36">
              <a:extLst>
                <a:ext uri="{FF2B5EF4-FFF2-40B4-BE49-F238E27FC236}">
                  <a16:creationId xmlns:a16="http://schemas.microsoft.com/office/drawing/2014/main" id="{23131484-5757-40D3-9F8F-E7FE6C82C9E0}"/>
                </a:ext>
              </a:extLst>
            </p:cNvPr>
            <p:cNvCxnSpPr>
              <a:cxnSpLocks/>
            </p:cNvCxnSpPr>
            <p:nvPr/>
          </p:nvCxnSpPr>
          <p:spPr>
            <a:xfrm>
              <a:off x="6129287" y="1180024"/>
              <a:ext cx="839318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37">
              <a:extLst>
                <a:ext uri="{FF2B5EF4-FFF2-40B4-BE49-F238E27FC236}">
                  <a16:creationId xmlns:a16="http://schemas.microsoft.com/office/drawing/2014/main" id="{1B6A9266-6834-45D5-B555-2EB3B2C76FE4}"/>
                </a:ext>
              </a:extLst>
            </p:cNvPr>
            <p:cNvCxnSpPr>
              <a:cxnSpLocks/>
            </p:cNvCxnSpPr>
            <p:nvPr/>
          </p:nvCxnSpPr>
          <p:spPr>
            <a:xfrm>
              <a:off x="7739993" y="1186940"/>
              <a:ext cx="838869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Imagen 16">
            <a:extLst>
              <a:ext uri="{FF2B5EF4-FFF2-40B4-BE49-F238E27FC236}">
                <a16:creationId xmlns:a16="http://schemas.microsoft.com/office/drawing/2014/main" id="{439FC2A2-20A7-42F9-BEC7-798BB791C9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6009" y="408111"/>
            <a:ext cx="2741845" cy="96311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9A4324A-22BB-F7FC-0E4D-ABE217681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2043" y="3683652"/>
            <a:ext cx="4867275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F08BAEBD-BBE6-B9EF-0B1D-FA232F552F08}"/>
              </a:ext>
            </a:extLst>
          </p:cNvPr>
          <p:cNvSpPr txBox="1"/>
          <p:nvPr/>
        </p:nvSpPr>
        <p:spPr>
          <a:xfrm>
            <a:off x="1807035" y="3648718"/>
            <a:ext cx="4642059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3800" b="1" dirty="0">
                <a:latin typeface="Bahnschrift SemiBold SemiConden" panose="020B0502040204020203" pitchFamily="34" charset="0"/>
              </a:rPr>
              <a:t>COPA</a:t>
            </a:r>
            <a:endParaRPr lang="en-US" sz="13800" b="1" dirty="0">
              <a:latin typeface="Bahnschrift SemiBold SemiConden" panose="020B0502040204020203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506CC93-4F08-87C9-202D-754206AC95C9}"/>
              </a:ext>
            </a:extLst>
          </p:cNvPr>
          <p:cNvSpPr txBox="1"/>
          <p:nvPr/>
        </p:nvSpPr>
        <p:spPr>
          <a:xfrm>
            <a:off x="878871" y="5642789"/>
            <a:ext cx="486727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800" b="1" dirty="0">
                <a:latin typeface="Bahnschrift SemiBold SemiConden" panose="020B0502040204020203" pitchFamily="34" charset="0"/>
              </a:rPr>
              <a:t>CENTER FOR OPTIMIZATION AND APPLIED PROBABILITY</a:t>
            </a:r>
            <a:endParaRPr lang="en-US" sz="2800" b="1" dirty="0"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200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CF56F83-C721-7198-52ED-FD6177899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506" y="2062162"/>
            <a:ext cx="9222581" cy="184070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1AF0A1A-9B0C-6F76-25E2-E337A2FE0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2451" y="2064901"/>
            <a:ext cx="3036071" cy="2139881"/>
          </a:xfrm>
          <a:prstGeom prst="rect">
            <a:avLst/>
          </a:prstGeom>
        </p:spPr>
      </p:pic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2D8920D3-8505-CBF6-70D7-6A22935C20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8415" y="2062162"/>
            <a:ext cx="1857941" cy="1742348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541242940"/>
      </p:ext>
    </p:extLst>
  </p:cSld>
  <p:clrMapOvr>
    <a:masterClrMapping/>
  </p:clrMapOvr>
</p:sld>
</file>

<file path=ppt/theme/theme1.xml><?xml version="1.0" encoding="utf-8"?>
<a:theme xmlns:a="http://schemas.openxmlformats.org/drawingml/2006/main" name="Purple">
  <a:themeElements>
    <a:clrScheme name="COPA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0045D4"/>
      </a:accent1>
      <a:accent2>
        <a:srgbClr val="555AFF"/>
      </a:accent2>
      <a:accent3>
        <a:srgbClr val="2EC0F9"/>
      </a:accent3>
      <a:accent4>
        <a:srgbClr val="5DCEAF"/>
      </a:accent4>
      <a:accent5>
        <a:srgbClr val="FFB400"/>
      </a:accent5>
      <a:accent6>
        <a:srgbClr val="F14124"/>
      </a:accent6>
      <a:hlink>
        <a:srgbClr val="56C7AA"/>
      </a:hlink>
      <a:folHlink>
        <a:srgbClr val="59A8D1"/>
      </a:folHlink>
    </a:clrScheme>
    <a:fontScheme name="Personalizado 1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 algn="r">
          <a:defRPr sz="2000"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a2" id="{7C243F9C-CA36-4700-85CF-B26F471CD063}" vid="{4284E3FB-FDD7-4C5C-8904-4C40D79C53B7}"/>
    </a:ext>
  </a:extLst>
</a:theme>
</file>

<file path=ppt/theme/theme2.xml><?xml version="1.0" encoding="utf-8"?>
<a:theme xmlns:a="http://schemas.openxmlformats.org/drawingml/2006/main" name="1_Purple">
  <a:themeElements>
    <a:clrScheme name="COPA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0045D4"/>
      </a:accent1>
      <a:accent2>
        <a:srgbClr val="555AFF"/>
      </a:accent2>
      <a:accent3>
        <a:srgbClr val="2EC0F9"/>
      </a:accent3>
      <a:accent4>
        <a:srgbClr val="5DCEAF"/>
      </a:accent4>
      <a:accent5>
        <a:srgbClr val="FFB400"/>
      </a:accent5>
      <a:accent6>
        <a:srgbClr val="F14124"/>
      </a:accent6>
      <a:hlink>
        <a:srgbClr val="56C7AA"/>
      </a:hlink>
      <a:folHlink>
        <a:srgbClr val="59A8D1"/>
      </a:folHlink>
    </a:clrScheme>
    <a:fontScheme name="Personalizado 1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 algn="r">
          <a:defRPr sz="2000"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a2" id="{7C243F9C-CA36-4700-85CF-B26F471CD063}" vid="{4284E3FB-FDD7-4C5C-8904-4C40D79C53B7}"/>
    </a:ext>
  </a:extLst>
</a:theme>
</file>

<file path=ppt/theme/theme3.xml><?xml version="1.0" encoding="utf-8"?>
<a:theme xmlns:a="http://schemas.openxmlformats.org/drawingml/2006/main" name="2_Purple">
  <a:themeElements>
    <a:clrScheme name="COPA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0045D4"/>
      </a:accent1>
      <a:accent2>
        <a:srgbClr val="555AFF"/>
      </a:accent2>
      <a:accent3>
        <a:srgbClr val="2EC0F9"/>
      </a:accent3>
      <a:accent4>
        <a:srgbClr val="5DCEAF"/>
      </a:accent4>
      <a:accent5>
        <a:srgbClr val="FFB400"/>
      </a:accent5>
      <a:accent6>
        <a:srgbClr val="F14124"/>
      </a:accent6>
      <a:hlink>
        <a:srgbClr val="56C7AA"/>
      </a:hlink>
      <a:folHlink>
        <a:srgbClr val="59A8D1"/>
      </a:folHlink>
    </a:clrScheme>
    <a:fontScheme name="Personalizado 1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 algn="r">
          <a:defRPr sz="2000"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a2" id="{7C243F9C-CA36-4700-85CF-B26F471CD063}" vid="{4284E3FB-FDD7-4C5C-8904-4C40D79C53B7}"/>
    </a:ext>
  </a:extLst>
</a:theme>
</file>

<file path=ppt/theme/theme4.xml><?xml version="1.0" encoding="utf-8"?>
<a:theme xmlns:a="http://schemas.openxmlformats.org/drawingml/2006/main" name="4_Purple">
  <a:themeElements>
    <a:clrScheme name="COPA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0045D4"/>
      </a:accent1>
      <a:accent2>
        <a:srgbClr val="555AFF"/>
      </a:accent2>
      <a:accent3>
        <a:srgbClr val="2EC0F9"/>
      </a:accent3>
      <a:accent4>
        <a:srgbClr val="5DCEAF"/>
      </a:accent4>
      <a:accent5>
        <a:srgbClr val="FFB400"/>
      </a:accent5>
      <a:accent6>
        <a:srgbClr val="F14124"/>
      </a:accent6>
      <a:hlink>
        <a:srgbClr val="56C7AA"/>
      </a:hlink>
      <a:folHlink>
        <a:srgbClr val="59A8D1"/>
      </a:folHlink>
    </a:clrScheme>
    <a:fontScheme name="Personalizado 1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 algn="r">
          <a:defRPr sz="2000"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a2" id="{7C243F9C-CA36-4700-85CF-B26F471CD063}" vid="{4284E3FB-FDD7-4C5C-8904-4C40D79C53B7}"/>
    </a:ext>
  </a:extLst>
</a:theme>
</file>

<file path=ppt/theme/theme5.xml><?xml version="1.0" encoding="utf-8"?>
<a:theme xmlns:a="http://schemas.openxmlformats.org/drawingml/2006/main" name="3_Purple">
  <a:themeElements>
    <a:clrScheme name="COPA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0045D4"/>
      </a:accent1>
      <a:accent2>
        <a:srgbClr val="555AFF"/>
      </a:accent2>
      <a:accent3>
        <a:srgbClr val="2EC0F9"/>
      </a:accent3>
      <a:accent4>
        <a:srgbClr val="5DCEAF"/>
      </a:accent4>
      <a:accent5>
        <a:srgbClr val="FFB400"/>
      </a:accent5>
      <a:accent6>
        <a:srgbClr val="F14124"/>
      </a:accent6>
      <a:hlink>
        <a:srgbClr val="56C7AA"/>
      </a:hlink>
      <a:folHlink>
        <a:srgbClr val="59A8D1"/>
      </a:folHlink>
    </a:clrScheme>
    <a:fontScheme name="Personalizado 1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 algn="r">
          <a:defRPr sz="2000"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a2" id="{7C243F9C-CA36-4700-85CF-B26F471CD063}" vid="{4284E3FB-FDD7-4C5C-8904-4C40D79C53B7}"/>
    </a:ext>
  </a:extLst>
</a:theme>
</file>

<file path=ppt/theme/theme6.xml><?xml version="1.0" encoding="utf-8"?>
<a:theme xmlns:a="http://schemas.openxmlformats.org/drawingml/2006/main" name="Purple_COPA">
  <a:themeElements>
    <a:clrScheme name="COPA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0045D4"/>
      </a:accent1>
      <a:accent2>
        <a:srgbClr val="555AFF"/>
      </a:accent2>
      <a:accent3>
        <a:srgbClr val="2EC0F9"/>
      </a:accent3>
      <a:accent4>
        <a:srgbClr val="5DCEAF"/>
      </a:accent4>
      <a:accent5>
        <a:srgbClr val="FFB400"/>
      </a:accent5>
      <a:accent6>
        <a:srgbClr val="F14124"/>
      </a:accent6>
      <a:hlink>
        <a:srgbClr val="56C7AA"/>
      </a:hlink>
      <a:folHlink>
        <a:srgbClr val="59A8D1"/>
      </a:folHlink>
    </a:clrScheme>
    <a:fontScheme name="Personalizado 1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 algn="r">
          <a:defRPr sz="2000"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a2" id="{7C243F9C-CA36-4700-85CF-B26F471CD063}" vid="{4284E3FB-FDD7-4C5C-8904-4C40D79C53B7}"/>
    </a:ext>
  </a:extLst>
</a:theme>
</file>

<file path=ppt/theme/theme7.xml><?xml version="1.0" encoding="utf-8"?>
<a:theme xmlns:a="http://schemas.openxmlformats.org/drawingml/2006/main" name="Light blue">
  <a:themeElements>
    <a:clrScheme name="COPA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0045D4"/>
      </a:accent1>
      <a:accent2>
        <a:srgbClr val="555AFF"/>
      </a:accent2>
      <a:accent3>
        <a:srgbClr val="2EC0F9"/>
      </a:accent3>
      <a:accent4>
        <a:srgbClr val="5DCEAF"/>
      </a:accent4>
      <a:accent5>
        <a:srgbClr val="FFB400"/>
      </a:accent5>
      <a:accent6>
        <a:srgbClr val="F14124"/>
      </a:accent6>
      <a:hlink>
        <a:srgbClr val="56C7AA"/>
      </a:hlink>
      <a:folHlink>
        <a:srgbClr val="59A8D1"/>
      </a:folHlink>
    </a:clrScheme>
    <a:fontScheme name="Personalizado 1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 algn="r">
          <a:defRPr sz="2000"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a2" id="{7C243F9C-CA36-4700-85CF-B26F471CD063}" vid="{4284E3FB-FDD7-4C5C-8904-4C40D79C53B7}"/>
    </a:ext>
  </a:extLst>
</a:theme>
</file>

<file path=ppt/theme/theme8.xml><?xml version="1.0" encoding="utf-8"?>
<a:theme xmlns:a="http://schemas.openxmlformats.org/drawingml/2006/main" name="Yellow">
  <a:themeElements>
    <a:clrScheme name="COPA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0045D4"/>
      </a:accent1>
      <a:accent2>
        <a:srgbClr val="555AFF"/>
      </a:accent2>
      <a:accent3>
        <a:srgbClr val="2EC0F9"/>
      </a:accent3>
      <a:accent4>
        <a:srgbClr val="5DCEAF"/>
      </a:accent4>
      <a:accent5>
        <a:srgbClr val="FFB400"/>
      </a:accent5>
      <a:accent6>
        <a:srgbClr val="F14124"/>
      </a:accent6>
      <a:hlink>
        <a:srgbClr val="56C7AA"/>
      </a:hlink>
      <a:folHlink>
        <a:srgbClr val="59A8D1"/>
      </a:folHlink>
    </a:clrScheme>
    <a:fontScheme name="Personalizado 1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 algn="r">
          <a:defRPr sz="2000"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a2" id="{7C243F9C-CA36-4700-85CF-B26F471CD063}" vid="{4284E3FB-FDD7-4C5C-8904-4C40D79C53B7}"/>
    </a:ext>
  </a:extLst>
</a:theme>
</file>

<file path=ppt/theme/theme9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FF8C832384964E97CCC08DE3F3CB67" ma:contentTypeVersion="15" ma:contentTypeDescription="Crear nuevo documento." ma:contentTypeScope="" ma:versionID="311fb667368def85789b0065990b6cb5">
  <xsd:schema xmlns:xsd="http://www.w3.org/2001/XMLSchema" xmlns:xs="http://www.w3.org/2001/XMLSchema" xmlns:p="http://schemas.microsoft.com/office/2006/metadata/properties" xmlns:ns2="640e048b-1c96-4549-9572-0e6b830b8c11" xmlns:ns3="aea28e69-1069-46f5-8f10-64088b7fd2c2" targetNamespace="http://schemas.microsoft.com/office/2006/metadata/properties" ma:root="true" ma:fieldsID="e0db1f4c5a9e2b3babbf95efc8097ee5" ns2:_="" ns3:_="">
    <xsd:import namespace="640e048b-1c96-4549-9572-0e6b830b8c11"/>
    <xsd:import namespace="aea28e69-1069-46f5-8f10-64088b7fd2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0e048b-1c96-4549-9572-0e6b830b8c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a38e7027-190f-4f90-8839-9f8250567d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a28e69-1069-46f5-8f10-64088b7fd2c2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4382d397-09df-4445-a64c-9362ed996ce9}" ma:internalName="TaxCatchAll" ma:showField="CatchAllData" ma:web="aea28e69-1069-46f5-8f10-64088b7fd2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ea28e69-1069-46f5-8f10-64088b7fd2c2" xsi:nil="true"/>
    <lcf76f155ced4ddcb4097134ff3c332f xmlns="640e048b-1c96-4549-9572-0e6b830b8c1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44189D2-FB8E-410D-851B-68929B331D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3B875F4-5D90-488C-A838-5C64EAEFA9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0e048b-1c96-4549-9572-0e6b830b8c11"/>
    <ds:schemaRef ds:uri="aea28e69-1069-46f5-8f10-64088b7fd2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AE0FC67-AF7E-4C37-A969-E1A083497020}">
  <ds:schemaRefs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www.w3.org/XML/1998/namespace"/>
    <ds:schemaRef ds:uri="640e048b-1c96-4549-9572-0e6b830b8c11"/>
    <ds:schemaRef ds:uri="http://purl.org/dc/elements/1.1/"/>
    <ds:schemaRef ds:uri="http://schemas.microsoft.com/office/2006/metadata/properties"/>
    <ds:schemaRef ds:uri="aea28e69-1069-46f5-8f10-64088b7fd2c2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Tema2</Template>
  <TotalTime>2854</TotalTime>
  <Words>280</Words>
  <Application>Microsoft Office PowerPoint</Application>
  <PresentationFormat>Panorámica</PresentationFormat>
  <Paragraphs>93</Paragraphs>
  <Slides>12</Slides>
  <Notes>2</Notes>
  <HiddenSlides>2</HiddenSlides>
  <MMClips>0</MMClips>
  <ScaleCrop>false</ScaleCrop>
  <HeadingPairs>
    <vt:vector size="4" baseType="variant">
      <vt:variant>
        <vt:lpstr>Tema</vt:lpstr>
      </vt:variant>
      <vt:variant>
        <vt:i4>9</vt:i4>
      </vt:variant>
      <vt:variant>
        <vt:lpstr>Títulos de diapositiva</vt:lpstr>
      </vt:variant>
      <vt:variant>
        <vt:i4>12</vt:i4>
      </vt:variant>
    </vt:vector>
  </HeadingPairs>
  <TitlesOfParts>
    <vt:vector size="21" baseType="lpstr">
      <vt:lpstr>Purple</vt:lpstr>
      <vt:lpstr>1_Purple</vt:lpstr>
      <vt:lpstr>2_Purple</vt:lpstr>
      <vt:lpstr>4_Purple</vt:lpstr>
      <vt:lpstr>3_Purple</vt:lpstr>
      <vt:lpstr>Purple_COPA</vt:lpstr>
      <vt:lpstr>Light blue</vt:lpstr>
      <vt:lpstr>Yellow</vt:lpstr>
      <vt:lpstr>Diseño personalizado</vt:lpstr>
      <vt:lpstr>Título</vt:lpstr>
      <vt:lpstr>COPA members</vt:lpstr>
      <vt:lpstr>Título investigación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COPA Welcome Meeting 2020-20</dc:title>
  <dc:creator>Daniel Suarez</dc:creator>
  <cp:lastModifiedBy>Daniel  Yamin</cp:lastModifiedBy>
  <cp:revision>14</cp:revision>
  <dcterms:created xsi:type="dcterms:W3CDTF">2020-08-26T19:13:01Z</dcterms:created>
  <dcterms:modified xsi:type="dcterms:W3CDTF">2024-08-13T18:22:28Z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0x010100B0FF8C832384964E97CCC08DE3F3CB67</vt:lpwstr>
  </property>
  <property fmtid="{D5CDD505-2E9C-101B-9397-08002B2CF9AE}" pid="3" name="MediaServiceImageTags">
    <vt:lpwstr/>
  </property>
</Properties>
</file>