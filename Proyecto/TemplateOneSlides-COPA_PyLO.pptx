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4"/>
    <p:sldMasterId id="2147483786" r:id="rId5"/>
    <p:sldMasterId id="2147483734" r:id="rId6"/>
    <p:sldMasterId id="2147483781" r:id="rId7"/>
  </p:sldMasterIdLst>
  <p:notesMasterIdLst>
    <p:notesMasterId r:id="rId13"/>
  </p:notesMasterIdLst>
  <p:sldIdLst>
    <p:sldId id="1249" r:id="rId8"/>
    <p:sldId id="1537" r:id="rId9"/>
    <p:sldId id="1535" r:id="rId10"/>
    <p:sldId id="1536" r:id="rId11"/>
    <p:sldId id="261" r:id="rId1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931">
          <p15:clr>
            <a:srgbClr val="A4A3A4"/>
          </p15:clr>
        </p15:guide>
        <p15:guide id="6" orient="horz" pos="3181">
          <p15:clr>
            <a:srgbClr val="A4A3A4"/>
          </p15:clr>
        </p15:guide>
        <p15:guide id="7" orient="horz" pos="2455">
          <p15:clr>
            <a:srgbClr val="A4A3A4"/>
          </p15:clr>
        </p15:guide>
        <p15:guide id="8" orient="horz" pos="1729">
          <p15:clr>
            <a:srgbClr val="A4A3A4"/>
          </p15:clr>
        </p15:guide>
        <p15:guide id="9" orient="horz" pos="1003">
          <p15:clr>
            <a:srgbClr val="A4A3A4"/>
          </p15:clr>
        </p15:guide>
        <p15:guide id="10" orient="horz" pos="390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745"/>
    <a:srgbClr val="FFFFFF"/>
    <a:srgbClr val="7AB165"/>
    <a:srgbClr val="78A150"/>
    <a:srgbClr val="EE8D4F"/>
    <a:srgbClr val="D5504B"/>
    <a:srgbClr val="BAA9C5"/>
    <a:srgbClr val="C89D44"/>
    <a:srgbClr val="0045D4"/>
    <a:srgbClr val="3086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2AF317-AFE5-4462-9FFD-79CB19EADEA7}" v="17" dt="2022-11-23T20:13:17.7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4660"/>
  </p:normalViewPr>
  <p:slideViewPr>
    <p:cSldViewPr snapToGrid="0">
      <p:cViewPr varScale="1">
        <p:scale>
          <a:sx n="68" d="100"/>
          <a:sy n="68" d="100"/>
        </p:scale>
        <p:origin x="690" y="48"/>
      </p:cViewPr>
      <p:guideLst>
        <p:guide pos="3931"/>
        <p:guide orient="horz" pos="3181"/>
        <p:guide orient="horz" pos="2455"/>
        <p:guide orient="horz" pos="1729"/>
        <p:guide orient="horz" pos="1003"/>
        <p:guide orient="horz" pos="390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faima Lucia Solano Blanco" userId="8ff4d46d-d35d-4c23-bd44-99bb73a28002" providerId="ADAL" clId="{A0995144-0E3C-4DFD-B401-184244376F3A}"/>
    <pc:docChg chg="modMainMaster">
      <pc:chgData name="Alfaima Lucia Solano Blanco" userId="8ff4d46d-d35d-4c23-bd44-99bb73a28002" providerId="ADAL" clId="{A0995144-0E3C-4DFD-B401-184244376F3A}" dt="2022-03-10T13:46:29.174" v="0"/>
      <pc:docMkLst>
        <pc:docMk/>
      </pc:docMkLst>
      <pc:sldMasterChg chg="addSp modSp">
        <pc:chgData name="Alfaima Lucia Solano Blanco" userId="8ff4d46d-d35d-4c23-bd44-99bb73a28002" providerId="ADAL" clId="{A0995144-0E3C-4DFD-B401-184244376F3A}" dt="2022-03-10T13:46:29.174" v="0"/>
        <pc:sldMasterMkLst>
          <pc:docMk/>
          <pc:sldMasterMk cId="3543320360" sldId="2147483752"/>
        </pc:sldMasterMkLst>
        <pc:picChg chg="add mod">
          <ac:chgData name="Alfaima Lucia Solano Blanco" userId="8ff4d46d-d35d-4c23-bd44-99bb73a28002" providerId="ADAL" clId="{A0995144-0E3C-4DFD-B401-184244376F3A}" dt="2022-03-10T13:46:29.174" v="0"/>
          <ac:picMkLst>
            <pc:docMk/>
            <pc:sldMasterMk cId="3543320360" sldId="2147483752"/>
            <ac:picMk id="12" creationId="{6331ECAD-9FFD-4EFD-8653-AB6E4C64453A}"/>
          </ac:picMkLst>
        </pc:picChg>
      </pc:sldMasterChg>
    </pc:docChg>
  </pc:docChgLst>
  <pc:docChgLst>
    <pc:chgData name="Alfaima Lucia Solano Blanco" userId="8ff4d46d-d35d-4c23-bd44-99bb73a28002" providerId="ADAL" clId="{8E2AF317-AFE5-4462-9FFD-79CB19EADEA7}"/>
    <pc:docChg chg="undo custSel addSld delSld modSld sldOrd delMainMaster modMainMaster">
      <pc:chgData name="Alfaima Lucia Solano Blanco" userId="8ff4d46d-d35d-4c23-bd44-99bb73a28002" providerId="ADAL" clId="{8E2AF317-AFE5-4462-9FFD-79CB19EADEA7}" dt="2022-11-23T20:14:11.581" v="261" actId="108"/>
      <pc:docMkLst>
        <pc:docMk/>
      </pc:docMkLst>
      <pc:sldChg chg="addSp delSp modSp mod">
        <pc:chgData name="Alfaima Lucia Solano Blanco" userId="8ff4d46d-d35d-4c23-bd44-99bb73a28002" providerId="ADAL" clId="{8E2AF317-AFE5-4462-9FFD-79CB19EADEA7}" dt="2022-11-23T20:07:18.948" v="24" actId="21"/>
        <pc:sldMkLst>
          <pc:docMk/>
          <pc:sldMk cId="4082594010" sldId="261"/>
        </pc:sldMkLst>
        <pc:picChg chg="add del mod">
          <ac:chgData name="Alfaima Lucia Solano Blanco" userId="8ff4d46d-d35d-4c23-bd44-99bb73a28002" providerId="ADAL" clId="{8E2AF317-AFE5-4462-9FFD-79CB19EADEA7}" dt="2022-11-23T20:07:18.948" v="24" actId="21"/>
          <ac:picMkLst>
            <pc:docMk/>
            <pc:sldMk cId="4082594010" sldId="261"/>
            <ac:picMk id="2" creationId="{F4F0EAC8-9EB0-572D-0DDB-B9AD9826229C}"/>
          </ac:picMkLst>
        </pc:picChg>
      </pc:sldChg>
      <pc:sldChg chg="addSp delSp modSp mod modNotesTx">
        <pc:chgData name="Alfaima Lucia Solano Blanco" userId="8ff4d46d-d35d-4c23-bd44-99bb73a28002" providerId="ADAL" clId="{8E2AF317-AFE5-4462-9FFD-79CB19EADEA7}" dt="2022-11-23T20:10:20.980" v="206" actId="1076"/>
        <pc:sldMkLst>
          <pc:docMk/>
          <pc:sldMk cId="3724183613" sldId="1249"/>
        </pc:sldMkLst>
        <pc:spChg chg="mod">
          <ac:chgData name="Alfaima Lucia Solano Blanco" userId="8ff4d46d-d35d-4c23-bd44-99bb73a28002" providerId="ADAL" clId="{8E2AF317-AFE5-4462-9FFD-79CB19EADEA7}" dt="2022-11-23T20:08:32.253" v="53" actId="20577"/>
          <ac:spMkLst>
            <pc:docMk/>
            <pc:sldMk cId="3724183613" sldId="1249"/>
            <ac:spMk id="3" creationId="{29E003EB-6ABF-42AE-BC2A-A70CD902FD5E}"/>
          </ac:spMkLst>
        </pc:spChg>
        <pc:spChg chg="mod">
          <ac:chgData name="Alfaima Lucia Solano Blanco" userId="8ff4d46d-d35d-4c23-bd44-99bb73a28002" providerId="ADAL" clId="{8E2AF317-AFE5-4462-9FFD-79CB19EADEA7}" dt="2022-11-23T20:08:25.900" v="45" actId="20577"/>
          <ac:spMkLst>
            <pc:docMk/>
            <pc:sldMk cId="3724183613" sldId="1249"/>
            <ac:spMk id="4" creationId="{FCE7E50C-8524-4D9B-80A9-DB1CB19D6CC5}"/>
          </ac:spMkLst>
        </pc:spChg>
        <pc:spChg chg="del">
          <ac:chgData name="Alfaima Lucia Solano Blanco" userId="8ff4d46d-d35d-4c23-bd44-99bb73a28002" providerId="ADAL" clId="{8E2AF317-AFE5-4462-9FFD-79CB19EADEA7}" dt="2022-11-23T20:08:11.233" v="37" actId="478"/>
          <ac:spMkLst>
            <pc:docMk/>
            <pc:sldMk cId="3724183613" sldId="1249"/>
            <ac:spMk id="10" creationId="{9397C488-505C-4737-B4AD-1C4ED5BEF9CB}"/>
          </ac:spMkLst>
        </pc:spChg>
        <pc:spChg chg="del">
          <ac:chgData name="Alfaima Lucia Solano Blanco" userId="8ff4d46d-d35d-4c23-bd44-99bb73a28002" providerId="ADAL" clId="{8E2AF317-AFE5-4462-9FFD-79CB19EADEA7}" dt="2022-11-23T20:08:11.233" v="37" actId="478"/>
          <ac:spMkLst>
            <pc:docMk/>
            <pc:sldMk cId="3724183613" sldId="1249"/>
            <ac:spMk id="11" creationId="{AAC25AB6-B8E6-45B8-B879-305671CB0DBD}"/>
          </ac:spMkLst>
        </pc:spChg>
        <pc:spChg chg="del">
          <ac:chgData name="Alfaima Lucia Solano Blanco" userId="8ff4d46d-d35d-4c23-bd44-99bb73a28002" providerId="ADAL" clId="{8E2AF317-AFE5-4462-9FFD-79CB19EADEA7}" dt="2022-11-23T20:08:11.233" v="37" actId="478"/>
          <ac:spMkLst>
            <pc:docMk/>
            <pc:sldMk cId="3724183613" sldId="1249"/>
            <ac:spMk id="12" creationId="{7E9624FA-FA7B-400C-948B-DA152314F1D1}"/>
          </ac:spMkLst>
        </pc:spChg>
        <pc:spChg chg="del">
          <ac:chgData name="Alfaima Lucia Solano Blanco" userId="8ff4d46d-d35d-4c23-bd44-99bb73a28002" providerId="ADAL" clId="{8E2AF317-AFE5-4462-9FFD-79CB19EADEA7}" dt="2022-11-23T20:08:11.233" v="37" actId="478"/>
          <ac:spMkLst>
            <pc:docMk/>
            <pc:sldMk cId="3724183613" sldId="1249"/>
            <ac:spMk id="13" creationId="{53BB0D81-E776-4C7D-9931-93E092CB0CEC}"/>
          </ac:spMkLst>
        </pc:spChg>
        <pc:spChg chg="add del mod">
          <ac:chgData name="Alfaima Lucia Solano Blanco" userId="8ff4d46d-d35d-4c23-bd44-99bb73a28002" providerId="ADAL" clId="{8E2AF317-AFE5-4462-9FFD-79CB19EADEA7}" dt="2022-11-23T20:09:04.136" v="61" actId="478"/>
          <ac:spMkLst>
            <pc:docMk/>
            <pc:sldMk cId="3724183613" sldId="1249"/>
            <ac:spMk id="14" creationId="{7007722E-CEE0-35F5-6D3B-17D0F99512B3}"/>
          </ac:spMkLst>
        </pc:spChg>
        <pc:spChg chg="del">
          <ac:chgData name="Alfaima Lucia Solano Blanco" userId="8ff4d46d-d35d-4c23-bd44-99bb73a28002" providerId="ADAL" clId="{8E2AF317-AFE5-4462-9FFD-79CB19EADEA7}" dt="2022-11-23T20:08:11.233" v="37" actId="478"/>
          <ac:spMkLst>
            <pc:docMk/>
            <pc:sldMk cId="3724183613" sldId="1249"/>
            <ac:spMk id="15" creationId="{617148FC-1BD6-47B4-937E-59C2E9D374AA}"/>
          </ac:spMkLst>
        </pc:spChg>
        <pc:spChg chg="add mod">
          <ac:chgData name="Alfaima Lucia Solano Blanco" userId="8ff4d46d-d35d-4c23-bd44-99bb73a28002" providerId="ADAL" clId="{8E2AF317-AFE5-4462-9FFD-79CB19EADEA7}" dt="2022-11-23T20:08:42.279" v="54"/>
          <ac:spMkLst>
            <pc:docMk/>
            <pc:sldMk cId="3724183613" sldId="1249"/>
            <ac:spMk id="16" creationId="{A4316CD3-E558-C6FB-3D33-C45273C81655}"/>
          </ac:spMkLst>
        </pc:spChg>
        <pc:spChg chg="add mod">
          <ac:chgData name="Alfaima Lucia Solano Blanco" userId="8ff4d46d-d35d-4c23-bd44-99bb73a28002" providerId="ADAL" clId="{8E2AF317-AFE5-4462-9FFD-79CB19EADEA7}" dt="2022-11-23T20:08:42.279" v="54"/>
          <ac:spMkLst>
            <pc:docMk/>
            <pc:sldMk cId="3724183613" sldId="1249"/>
            <ac:spMk id="17" creationId="{A4FE2466-D473-FD72-7984-16D4EC3CBD4B}"/>
          </ac:spMkLst>
        </pc:spChg>
        <pc:spChg chg="add mod">
          <ac:chgData name="Alfaima Lucia Solano Blanco" userId="8ff4d46d-d35d-4c23-bd44-99bb73a28002" providerId="ADAL" clId="{8E2AF317-AFE5-4462-9FFD-79CB19EADEA7}" dt="2022-11-23T20:08:42.279" v="54"/>
          <ac:spMkLst>
            <pc:docMk/>
            <pc:sldMk cId="3724183613" sldId="1249"/>
            <ac:spMk id="18" creationId="{9F91DC06-8B5E-0B1A-551B-9B1292CC5325}"/>
          </ac:spMkLst>
        </pc:spChg>
        <pc:spChg chg="del">
          <ac:chgData name="Alfaima Lucia Solano Blanco" userId="8ff4d46d-d35d-4c23-bd44-99bb73a28002" providerId="ADAL" clId="{8E2AF317-AFE5-4462-9FFD-79CB19EADEA7}" dt="2022-11-23T20:08:11.233" v="37" actId="478"/>
          <ac:spMkLst>
            <pc:docMk/>
            <pc:sldMk cId="3724183613" sldId="1249"/>
            <ac:spMk id="19" creationId="{2535F079-17D0-4F63-A7E4-D0A707BBDED1}"/>
          </ac:spMkLst>
        </pc:spChg>
        <pc:spChg chg="add del mod">
          <ac:chgData name="Alfaima Lucia Solano Blanco" userId="8ff4d46d-d35d-4c23-bd44-99bb73a28002" providerId="ADAL" clId="{8E2AF317-AFE5-4462-9FFD-79CB19EADEA7}" dt="2022-11-23T20:09:00.769" v="59" actId="478"/>
          <ac:spMkLst>
            <pc:docMk/>
            <pc:sldMk cId="3724183613" sldId="1249"/>
            <ac:spMk id="20" creationId="{9C844BCE-C44D-A470-EEDD-B82F4B7207A6}"/>
          </ac:spMkLst>
        </pc:spChg>
        <pc:spChg chg="add del mod">
          <ac:chgData name="Alfaima Lucia Solano Blanco" userId="8ff4d46d-d35d-4c23-bd44-99bb73a28002" providerId="ADAL" clId="{8E2AF317-AFE5-4462-9FFD-79CB19EADEA7}" dt="2022-11-23T20:09:14.846" v="68" actId="478"/>
          <ac:spMkLst>
            <pc:docMk/>
            <pc:sldMk cId="3724183613" sldId="1249"/>
            <ac:spMk id="22" creationId="{2B238A9A-2CD8-C6FC-EDB8-39D34E7FCFCE}"/>
          </ac:spMkLst>
        </pc:spChg>
        <pc:spChg chg="del">
          <ac:chgData name="Alfaima Lucia Solano Blanco" userId="8ff4d46d-d35d-4c23-bd44-99bb73a28002" providerId="ADAL" clId="{8E2AF317-AFE5-4462-9FFD-79CB19EADEA7}" dt="2022-11-23T20:08:11.233" v="37" actId="478"/>
          <ac:spMkLst>
            <pc:docMk/>
            <pc:sldMk cId="3724183613" sldId="1249"/>
            <ac:spMk id="24" creationId="{8D5EA1C3-1761-4D01-8B2F-F034EF9DA480}"/>
          </ac:spMkLst>
        </pc:spChg>
        <pc:spChg chg="add del mod">
          <ac:chgData name="Alfaima Lucia Solano Blanco" userId="8ff4d46d-d35d-4c23-bd44-99bb73a28002" providerId="ADAL" clId="{8E2AF317-AFE5-4462-9FFD-79CB19EADEA7}" dt="2022-11-23T20:09:07.749" v="63" actId="478"/>
          <ac:spMkLst>
            <pc:docMk/>
            <pc:sldMk cId="3724183613" sldId="1249"/>
            <ac:spMk id="27" creationId="{2DD09FA0-1845-551C-D059-DC7CC99AAC3F}"/>
          </ac:spMkLst>
        </pc:spChg>
        <pc:spChg chg="del">
          <ac:chgData name="Alfaima Lucia Solano Blanco" userId="8ff4d46d-d35d-4c23-bd44-99bb73a28002" providerId="ADAL" clId="{8E2AF317-AFE5-4462-9FFD-79CB19EADEA7}" dt="2022-11-23T20:08:11.233" v="37" actId="478"/>
          <ac:spMkLst>
            <pc:docMk/>
            <pc:sldMk cId="3724183613" sldId="1249"/>
            <ac:spMk id="29" creationId="{5527E12F-C4EE-4C0F-93E9-C2161B79DD70}"/>
          </ac:spMkLst>
        </pc:spChg>
        <pc:spChg chg="add del mod">
          <ac:chgData name="Alfaima Lucia Solano Blanco" userId="8ff4d46d-d35d-4c23-bd44-99bb73a28002" providerId="ADAL" clId="{8E2AF317-AFE5-4462-9FFD-79CB19EADEA7}" dt="2022-11-23T20:09:38.052" v="141" actId="478"/>
          <ac:spMkLst>
            <pc:docMk/>
            <pc:sldMk cId="3724183613" sldId="1249"/>
            <ac:spMk id="32" creationId="{9AC24E41-C6FD-1617-349A-B00FC8F809E5}"/>
          </ac:spMkLst>
        </pc:spChg>
        <pc:spChg chg="del">
          <ac:chgData name="Alfaima Lucia Solano Blanco" userId="8ff4d46d-d35d-4c23-bd44-99bb73a28002" providerId="ADAL" clId="{8E2AF317-AFE5-4462-9FFD-79CB19EADEA7}" dt="2022-11-23T20:08:11.233" v="37" actId="478"/>
          <ac:spMkLst>
            <pc:docMk/>
            <pc:sldMk cId="3724183613" sldId="1249"/>
            <ac:spMk id="33" creationId="{09C9D94A-E665-4D82-8A50-38669C885C73}"/>
          </ac:spMkLst>
        </pc:spChg>
        <pc:spChg chg="del">
          <ac:chgData name="Alfaima Lucia Solano Blanco" userId="8ff4d46d-d35d-4c23-bd44-99bb73a28002" providerId="ADAL" clId="{8E2AF317-AFE5-4462-9FFD-79CB19EADEA7}" dt="2022-11-23T20:08:11.233" v="37" actId="478"/>
          <ac:spMkLst>
            <pc:docMk/>
            <pc:sldMk cId="3724183613" sldId="1249"/>
            <ac:spMk id="35" creationId="{7E3F8016-5FAF-4406-8112-ADF18463DC4C}"/>
          </ac:spMkLst>
        </pc:spChg>
        <pc:spChg chg="add del mod">
          <ac:chgData name="Alfaima Lucia Solano Blanco" userId="8ff4d46d-d35d-4c23-bd44-99bb73a28002" providerId="ADAL" clId="{8E2AF317-AFE5-4462-9FFD-79CB19EADEA7}" dt="2022-11-23T20:09:09.704" v="64" actId="478"/>
          <ac:spMkLst>
            <pc:docMk/>
            <pc:sldMk cId="3724183613" sldId="1249"/>
            <ac:spMk id="36" creationId="{E13EF7F2-9639-17E4-5BEE-C8B53F3F66F7}"/>
          </ac:spMkLst>
        </pc:spChg>
        <pc:spChg chg="del">
          <ac:chgData name="Alfaima Lucia Solano Blanco" userId="8ff4d46d-d35d-4c23-bd44-99bb73a28002" providerId="ADAL" clId="{8E2AF317-AFE5-4462-9FFD-79CB19EADEA7}" dt="2022-11-23T20:08:11.233" v="37" actId="478"/>
          <ac:spMkLst>
            <pc:docMk/>
            <pc:sldMk cId="3724183613" sldId="1249"/>
            <ac:spMk id="37" creationId="{BE005134-D8C8-4247-B504-83F0B7C14662}"/>
          </ac:spMkLst>
        </pc:spChg>
        <pc:spChg chg="del">
          <ac:chgData name="Alfaima Lucia Solano Blanco" userId="8ff4d46d-d35d-4c23-bd44-99bb73a28002" providerId="ADAL" clId="{8E2AF317-AFE5-4462-9FFD-79CB19EADEA7}" dt="2022-11-23T20:08:11.233" v="37" actId="478"/>
          <ac:spMkLst>
            <pc:docMk/>
            <pc:sldMk cId="3724183613" sldId="1249"/>
            <ac:spMk id="39" creationId="{94401983-34B2-43E3-9D4B-8C6890240AD1}"/>
          </ac:spMkLst>
        </pc:spChg>
        <pc:spChg chg="del">
          <ac:chgData name="Alfaima Lucia Solano Blanco" userId="8ff4d46d-d35d-4c23-bd44-99bb73a28002" providerId="ADAL" clId="{8E2AF317-AFE5-4462-9FFD-79CB19EADEA7}" dt="2022-11-23T20:08:11.233" v="37" actId="478"/>
          <ac:spMkLst>
            <pc:docMk/>
            <pc:sldMk cId="3724183613" sldId="1249"/>
            <ac:spMk id="40" creationId="{739F7F79-194F-4C86-922B-004CC2B6E9D5}"/>
          </ac:spMkLst>
        </pc:spChg>
        <pc:spChg chg="del">
          <ac:chgData name="Alfaima Lucia Solano Blanco" userId="8ff4d46d-d35d-4c23-bd44-99bb73a28002" providerId="ADAL" clId="{8E2AF317-AFE5-4462-9FFD-79CB19EADEA7}" dt="2022-11-23T20:08:11.233" v="37" actId="478"/>
          <ac:spMkLst>
            <pc:docMk/>
            <pc:sldMk cId="3724183613" sldId="1249"/>
            <ac:spMk id="42" creationId="{ECA24498-3927-43D9-88FB-AAD6B8955E5A}"/>
          </ac:spMkLst>
        </pc:spChg>
        <pc:spChg chg="del">
          <ac:chgData name="Alfaima Lucia Solano Blanco" userId="8ff4d46d-d35d-4c23-bd44-99bb73a28002" providerId="ADAL" clId="{8E2AF317-AFE5-4462-9FFD-79CB19EADEA7}" dt="2022-11-23T20:08:11.233" v="37" actId="478"/>
          <ac:spMkLst>
            <pc:docMk/>
            <pc:sldMk cId="3724183613" sldId="1249"/>
            <ac:spMk id="44" creationId="{36D31E15-DA48-44F1-A792-99B27DCCD285}"/>
          </ac:spMkLst>
        </pc:spChg>
        <pc:spChg chg="add mod">
          <ac:chgData name="Alfaima Lucia Solano Blanco" userId="8ff4d46d-d35d-4c23-bd44-99bb73a28002" providerId="ADAL" clId="{8E2AF317-AFE5-4462-9FFD-79CB19EADEA7}" dt="2022-11-23T20:09:47.142" v="144" actId="14100"/>
          <ac:spMkLst>
            <pc:docMk/>
            <pc:sldMk cId="3724183613" sldId="1249"/>
            <ac:spMk id="45" creationId="{444D5C6D-003D-15BC-9F8B-0988329155A2}"/>
          </ac:spMkLst>
        </pc:spChg>
        <pc:spChg chg="add del mod">
          <ac:chgData name="Alfaima Lucia Solano Blanco" userId="8ff4d46d-d35d-4c23-bd44-99bb73a28002" providerId="ADAL" clId="{8E2AF317-AFE5-4462-9FFD-79CB19EADEA7}" dt="2022-11-23T20:08:56.795" v="58" actId="478"/>
          <ac:spMkLst>
            <pc:docMk/>
            <pc:sldMk cId="3724183613" sldId="1249"/>
            <ac:spMk id="46" creationId="{E445A315-37DD-13FE-C56A-643D150335A8}"/>
          </ac:spMkLst>
        </pc:spChg>
        <pc:spChg chg="add del mod">
          <ac:chgData name="Alfaima Lucia Solano Blanco" userId="8ff4d46d-d35d-4c23-bd44-99bb73a28002" providerId="ADAL" clId="{8E2AF317-AFE5-4462-9FFD-79CB19EADEA7}" dt="2022-11-23T20:09:44.095" v="143" actId="478"/>
          <ac:spMkLst>
            <pc:docMk/>
            <pc:sldMk cId="3724183613" sldId="1249"/>
            <ac:spMk id="47" creationId="{2E262772-189B-16E6-6886-A710D4522705}"/>
          </ac:spMkLst>
        </pc:spChg>
        <pc:spChg chg="add del mod">
          <ac:chgData name="Alfaima Lucia Solano Blanco" userId="8ff4d46d-d35d-4c23-bd44-99bb73a28002" providerId="ADAL" clId="{8E2AF317-AFE5-4462-9FFD-79CB19EADEA7}" dt="2022-11-23T20:09:44.095" v="143" actId="478"/>
          <ac:spMkLst>
            <pc:docMk/>
            <pc:sldMk cId="3724183613" sldId="1249"/>
            <ac:spMk id="48" creationId="{9BB587FE-962E-B9E5-5890-4755DED0CBEA}"/>
          </ac:spMkLst>
        </pc:spChg>
        <pc:spChg chg="add del mod">
          <ac:chgData name="Alfaima Lucia Solano Blanco" userId="8ff4d46d-d35d-4c23-bd44-99bb73a28002" providerId="ADAL" clId="{8E2AF317-AFE5-4462-9FFD-79CB19EADEA7}" dt="2022-11-23T20:09:40.584" v="142" actId="478"/>
          <ac:spMkLst>
            <pc:docMk/>
            <pc:sldMk cId="3724183613" sldId="1249"/>
            <ac:spMk id="50" creationId="{1219D16E-DDA6-5469-1991-EA774D03D57D}"/>
          </ac:spMkLst>
        </pc:spChg>
        <pc:spChg chg="add mod">
          <ac:chgData name="Alfaima Lucia Solano Blanco" userId="8ff4d46d-d35d-4c23-bd44-99bb73a28002" providerId="ADAL" clId="{8E2AF317-AFE5-4462-9FFD-79CB19EADEA7}" dt="2022-11-23T20:08:42.279" v="54"/>
          <ac:spMkLst>
            <pc:docMk/>
            <pc:sldMk cId="3724183613" sldId="1249"/>
            <ac:spMk id="51" creationId="{935192C5-B24C-6EF9-E267-1D359C4A0D4D}"/>
          </ac:spMkLst>
        </pc:spChg>
        <pc:spChg chg="add mod">
          <ac:chgData name="Alfaima Lucia Solano Blanco" userId="8ff4d46d-d35d-4c23-bd44-99bb73a28002" providerId="ADAL" clId="{8E2AF317-AFE5-4462-9FFD-79CB19EADEA7}" dt="2022-11-23T20:10:20.980" v="206" actId="1076"/>
          <ac:spMkLst>
            <pc:docMk/>
            <pc:sldMk cId="3724183613" sldId="1249"/>
            <ac:spMk id="52" creationId="{8EE70999-C9CD-BF49-E920-F00C166CDA2D}"/>
          </ac:spMkLst>
        </pc:spChg>
        <pc:picChg chg="del">
          <ac:chgData name="Alfaima Lucia Solano Blanco" userId="8ff4d46d-d35d-4c23-bd44-99bb73a28002" providerId="ADAL" clId="{8E2AF317-AFE5-4462-9FFD-79CB19EADEA7}" dt="2022-11-23T20:08:11.233" v="37" actId="478"/>
          <ac:picMkLst>
            <pc:docMk/>
            <pc:sldMk cId="3724183613" sldId="1249"/>
            <ac:picMk id="6" creationId="{D4A7A205-C817-421D-AD2C-2D3C1688A853}"/>
          </ac:picMkLst>
        </pc:picChg>
        <pc:picChg chg="add del mod">
          <ac:chgData name="Alfaima Lucia Solano Blanco" userId="8ff4d46d-d35d-4c23-bd44-99bb73a28002" providerId="ADAL" clId="{8E2AF317-AFE5-4462-9FFD-79CB19EADEA7}" dt="2022-11-23T20:09:44.095" v="143" actId="478"/>
          <ac:picMkLst>
            <pc:docMk/>
            <pc:sldMk cId="3724183613" sldId="1249"/>
            <ac:picMk id="7" creationId="{50C6F06A-B782-E350-F8E2-0751D4DFCF3F}"/>
          </ac:picMkLst>
        </pc:picChg>
        <pc:picChg chg="del">
          <ac:chgData name="Alfaima Lucia Solano Blanco" userId="8ff4d46d-d35d-4c23-bd44-99bb73a28002" providerId="ADAL" clId="{8E2AF317-AFE5-4462-9FFD-79CB19EADEA7}" dt="2022-11-23T20:08:11.233" v="37" actId="478"/>
          <ac:picMkLst>
            <pc:docMk/>
            <pc:sldMk cId="3724183613" sldId="1249"/>
            <ac:picMk id="8" creationId="{834191F0-63FB-430A-AEF9-F07CDF794DC1}"/>
          </ac:picMkLst>
        </pc:picChg>
        <pc:picChg chg="del">
          <ac:chgData name="Alfaima Lucia Solano Blanco" userId="8ff4d46d-d35d-4c23-bd44-99bb73a28002" providerId="ADAL" clId="{8E2AF317-AFE5-4462-9FFD-79CB19EADEA7}" dt="2022-11-23T20:08:11.233" v="37" actId="478"/>
          <ac:picMkLst>
            <pc:docMk/>
            <pc:sldMk cId="3724183613" sldId="1249"/>
            <ac:picMk id="9" creationId="{7214B56D-63C7-4034-AA42-C7F667E3CBD1}"/>
          </ac:picMkLst>
        </pc:picChg>
        <pc:picChg chg="del">
          <ac:chgData name="Alfaima Lucia Solano Blanco" userId="8ff4d46d-d35d-4c23-bd44-99bb73a28002" providerId="ADAL" clId="{8E2AF317-AFE5-4462-9FFD-79CB19EADEA7}" dt="2022-11-23T20:08:11.233" v="37" actId="478"/>
          <ac:picMkLst>
            <pc:docMk/>
            <pc:sldMk cId="3724183613" sldId="1249"/>
            <ac:picMk id="21" creationId="{849892E4-60CA-448A-B252-FB5A4869F311}"/>
          </ac:picMkLst>
        </pc:picChg>
        <pc:picChg chg="del">
          <ac:chgData name="Alfaima Lucia Solano Blanco" userId="8ff4d46d-d35d-4c23-bd44-99bb73a28002" providerId="ADAL" clId="{8E2AF317-AFE5-4462-9FFD-79CB19EADEA7}" dt="2022-11-23T20:08:11.233" v="37" actId="478"/>
          <ac:picMkLst>
            <pc:docMk/>
            <pc:sldMk cId="3724183613" sldId="1249"/>
            <ac:picMk id="23" creationId="{D42B3787-D3FB-46E2-B137-C5F8A160143D}"/>
          </ac:picMkLst>
        </pc:picChg>
        <pc:picChg chg="add del mod">
          <ac:chgData name="Alfaima Lucia Solano Blanco" userId="8ff4d46d-d35d-4c23-bd44-99bb73a28002" providerId="ADAL" clId="{8E2AF317-AFE5-4462-9FFD-79CB19EADEA7}" dt="2022-11-23T20:09:02.141" v="60" actId="478"/>
          <ac:picMkLst>
            <pc:docMk/>
            <pc:sldMk cId="3724183613" sldId="1249"/>
            <ac:picMk id="25" creationId="{AC3AB7E3-EBAD-6D7B-8922-5FC0634047BD}"/>
          </ac:picMkLst>
        </pc:picChg>
        <pc:picChg chg="add del mod">
          <ac:chgData name="Alfaima Lucia Solano Blanco" userId="8ff4d46d-d35d-4c23-bd44-99bb73a28002" providerId="ADAL" clId="{8E2AF317-AFE5-4462-9FFD-79CB19EADEA7}" dt="2022-11-23T20:09:05.517" v="62" actId="478"/>
          <ac:picMkLst>
            <pc:docMk/>
            <pc:sldMk cId="3724183613" sldId="1249"/>
            <ac:picMk id="26" creationId="{C2556171-F225-4DA3-0044-EDBC838E1AD5}"/>
          </ac:picMkLst>
        </pc:picChg>
        <pc:picChg chg="del">
          <ac:chgData name="Alfaima Lucia Solano Blanco" userId="8ff4d46d-d35d-4c23-bd44-99bb73a28002" providerId="ADAL" clId="{8E2AF317-AFE5-4462-9FFD-79CB19EADEA7}" dt="2022-11-23T20:08:11.233" v="37" actId="478"/>
          <ac:picMkLst>
            <pc:docMk/>
            <pc:sldMk cId="3724183613" sldId="1249"/>
            <ac:picMk id="28" creationId="{88825E68-71B9-417D-BD61-1D66254ACA25}"/>
          </ac:picMkLst>
        </pc:picChg>
        <pc:picChg chg="add del mod">
          <ac:chgData name="Alfaima Lucia Solano Blanco" userId="8ff4d46d-d35d-4c23-bd44-99bb73a28002" providerId="ADAL" clId="{8E2AF317-AFE5-4462-9FFD-79CB19EADEA7}" dt="2022-11-23T20:09:44.095" v="143" actId="478"/>
          <ac:picMkLst>
            <pc:docMk/>
            <pc:sldMk cId="3724183613" sldId="1249"/>
            <ac:picMk id="30" creationId="{EC810764-2145-A0D1-5ECF-7DA9FF82227B}"/>
          </ac:picMkLst>
        </pc:picChg>
        <pc:picChg chg="add del mod">
          <ac:chgData name="Alfaima Lucia Solano Blanco" userId="8ff4d46d-d35d-4c23-bd44-99bb73a28002" providerId="ADAL" clId="{8E2AF317-AFE5-4462-9FFD-79CB19EADEA7}" dt="2022-11-23T20:09:12.529" v="67" actId="478"/>
          <ac:picMkLst>
            <pc:docMk/>
            <pc:sldMk cId="3724183613" sldId="1249"/>
            <ac:picMk id="31" creationId="{1CDED83E-8FCB-FB9F-04F7-C19B80486484}"/>
          </ac:picMkLst>
        </pc:picChg>
        <pc:picChg chg="del">
          <ac:chgData name="Alfaima Lucia Solano Blanco" userId="8ff4d46d-d35d-4c23-bd44-99bb73a28002" providerId="ADAL" clId="{8E2AF317-AFE5-4462-9FFD-79CB19EADEA7}" dt="2022-11-23T20:08:11.233" v="37" actId="478"/>
          <ac:picMkLst>
            <pc:docMk/>
            <pc:sldMk cId="3724183613" sldId="1249"/>
            <ac:picMk id="34" creationId="{511E9D82-D824-4BF1-9D14-6DF9DE56EB09}"/>
          </ac:picMkLst>
        </pc:picChg>
        <pc:picChg chg="add del mod">
          <ac:chgData name="Alfaima Lucia Solano Blanco" userId="8ff4d46d-d35d-4c23-bd44-99bb73a28002" providerId="ADAL" clId="{8E2AF317-AFE5-4462-9FFD-79CB19EADEA7}" dt="2022-11-23T20:09:11.044" v="66" actId="478"/>
          <ac:picMkLst>
            <pc:docMk/>
            <pc:sldMk cId="3724183613" sldId="1249"/>
            <ac:picMk id="38" creationId="{4E2AACB3-89FE-CC7D-E85A-0B081B151498}"/>
          </ac:picMkLst>
        </pc:picChg>
        <pc:picChg chg="del">
          <ac:chgData name="Alfaima Lucia Solano Blanco" userId="8ff4d46d-d35d-4c23-bd44-99bb73a28002" providerId="ADAL" clId="{8E2AF317-AFE5-4462-9FFD-79CB19EADEA7}" dt="2022-11-23T20:08:11.233" v="37" actId="478"/>
          <ac:picMkLst>
            <pc:docMk/>
            <pc:sldMk cId="3724183613" sldId="1249"/>
            <ac:picMk id="41" creationId="{D7C535FD-D9CE-45B9-94E3-E0C012C7C91D}"/>
          </ac:picMkLst>
        </pc:picChg>
        <pc:picChg chg="add del mod">
          <ac:chgData name="Alfaima Lucia Solano Blanco" userId="8ff4d46d-d35d-4c23-bd44-99bb73a28002" providerId="ADAL" clId="{8E2AF317-AFE5-4462-9FFD-79CB19EADEA7}" dt="2022-11-23T20:09:44.095" v="143" actId="478"/>
          <ac:picMkLst>
            <pc:docMk/>
            <pc:sldMk cId="3724183613" sldId="1249"/>
            <ac:picMk id="43" creationId="{1E09B8C7-6501-5F54-C19E-7C4803D2768C}"/>
          </ac:picMkLst>
        </pc:picChg>
        <pc:picChg chg="add del mod">
          <ac:chgData name="Alfaima Lucia Solano Blanco" userId="8ff4d46d-d35d-4c23-bd44-99bb73a28002" providerId="ADAL" clId="{8E2AF317-AFE5-4462-9FFD-79CB19EADEA7}" dt="2022-11-23T20:09:40.584" v="142" actId="478"/>
          <ac:picMkLst>
            <pc:docMk/>
            <pc:sldMk cId="3724183613" sldId="1249"/>
            <ac:picMk id="49" creationId="{453FE8AF-F067-224B-EF21-D0DC3F19DF6D}"/>
          </ac:picMkLst>
        </pc:picChg>
      </pc:sldChg>
      <pc:sldChg chg="del">
        <pc:chgData name="Alfaima Lucia Solano Blanco" userId="8ff4d46d-d35d-4c23-bd44-99bb73a28002" providerId="ADAL" clId="{8E2AF317-AFE5-4462-9FFD-79CB19EADEA7}" dt="2022-11-23T20:08:02.043" v="34" actId="47"/>
        <pc:sldMkLst>
          <pc:docMk/>
          <pc:sldMk cId="3849547343" sldId="1253"/>
        </pc:sldMkLst>
      </pc:sldChg>
      <pc:sldChg chg="del">
        <pc:chgData name="Alfaima Lucia Solano Blanco" userId="8ff4d46d-d35d-4c23-bd44-99bb73a28002" providerId="ADAL" clId="{8E2AF317-AFE5-4462-9FFD-79CB19EADEA7}" dt="2022-11-23T20:08:03.819" v="36" actId="47"/>
        <pc:sldMkLst>
          <pc:docMk/>
          <pc:sldMk cId="3897157494" sldId="1498"/>
        </pc:sldMkLst>
      </pc:sldChg>
      <pc:sldChg chg="del">
        <pc:chgData name="Alfaima Lucia Solano Blanco" userId="8ff4d46d-d35d-4c23-bd44-99bb73a28002" providerId="ADAL" clId="{8E2AF317-AFE5-4462-9FFD-79CB19EADEA7}" dt="2022-11-23T20:08:00.232" v="33" actId="47"/>
        <pc:sldMkLst>
          <pc:docMk/>
          <pc:sldMk cId="3388620851" sldId="1499"/>
        </pc:sldMkLst>
      </pc:sldChg>
      <pc:sldChg chg="del">
        <pc:chgData name="Alfaima Lucia Solano Blanco" userId="8ff4d46d-d35d-4c23-bd44-99bb73a28002" providerId="ADAL" clId="{8E2AF317-AFE5-4462-9FFD-79CB19EADEA7}" dt="2022-11-23T20:08:00.232" v="33" actId="47"/>
        <pc:sldMkLst>
          <pc:docMk/>
          <pc:sldMk cId="424162869" sldId="1500"/>
        </pc:sldMkLst>
      </pc:sldChg>
      <pc:sldChg chg="del">
        <pc:chgData name="Alfaima Lucia Solano Blanco" userId="8ff4d46d-d35d-4c23-bd44-99bb73a28002" providerId="ADAL" clId="{8E2AF317-AFE5-4462-9FFD-79CB19EADEA7}" dt="2022-11-23T20:08:00.232" v="33" actId="47"/>
        <pc:sldMkLst>
          <pc:docMk/>
          <pc:sldMk cId="118360075" sldId="1501"/>
        </pc:sldMkLst>
      </pc:sldChg>
      <pc:sldChg chg="del">
        <pc:chgData name="Alfaima Lucia Solano Blanco" userId="8ff4d46d-d35d-4c23-bd44-99bb73a28002" providerId="ADAL" clId="{8E2AF317-AFE5-4462-9FFD-79CB19EADEA7}" dt="2022-11-23T20:08:00.232" v="33" actId="47"/>
        <pc:sldMkLst>
          <pc:docMk/>
          <pc:sldMk cId="916853283" sldId="1502"/>
        </pc:sldMkLst>
      </pc:sldChg>
      <pc:sldChg chg="delSp modSp add del mod ord">
        <pc:chgData name="Alfaima Lucia Solano Blanco" userId="8ff4d46d-d35d-4c23-bd44-99bb73a28002" providerId="ADAL" clId="{8E2AF317-AFE5-4462-9FFD-79CB19EADEA7}" dt="2022-11-23T20:08:02.979" v="35" actId="47"/>
        <pc:sldMkLst>
          <pc:docMk/>
          <pc:sldMk cId="4214925106" sldId="1533"/>
        </pc:sldMkLst>
        <pc:spChg chg="del">
          <ac:chgData name="Alfaima Lucia Solano Blanco" userId="8ff4d46d-d35d-4c23-bd44-99bb73a28002" providerId="ADAL" clId="{8E2AF317-AFE5-4462-9FFD-79CB19EADEA7}" dt="2022-11-23T20:05:23.903" v="1" actId="478"/>
          <ac:spMkLst>
            <pc:docMk/>
            <pc:sldMk cId="4214925106" sldId="1533"/>
            <ac:spMk id="10" creationId="{066FEDB3-1D57-21ED-897B-7C348754CA06}"/>
          </ac:spMkLst>
        </pc:spChg>
        <pc:spChg chg="del">
          <ac:chgData name="Alfaima Lucia Solano Blanco" userId="8ff4d46d-d35d-4c23-bd44-99bb73a28002" providerId="ADAL" clId="{8E2AF317-AFE5-4462-9FFD-79CB19EADEA7}" dt="2022-11-23T20:05:29.275" v="4" actId="478"/>
          <ac:spMkLst>
            <pc:docMk/>
            <pc:sldMk cId="4214925106" sldId="1533"/>
            <ac:spMk id="14" creationId="{8B5DF442-F648-4380-B438-DCEB8A13BADF}"/>
          </ac:spMkLst>
        </pc:spChg>
        <pc:spChg chg="del">
          <ac:chgData name="Alfaima Lucia Solano Blanco" userId="8ff4d46d-d35d-4c23-bd44-99bb73a28002" providerId="ADAL" clId="{8E2AF317-AFE5-4462-9FFD-79CB19EADEA7}" dt="2022-11-23T20:07:41.917" v="31" actId="478"/>
          <ac:spMkLst>
            <pc:docMk/>
            <pc:sldMk cId="4214925106" sldId="1533"/>
            <ac:spMk id="6148" creationId="{00000000-0000-0000-0000-000000000000}"/>
          </ac:spMkLst>
        </pc:spChg>
        <pc:picChg chg="del">
          <ac:chgData name="Alfaima Lucia Solano Blanco" userId="8ff4d46d-d35d-4c23-bd44-99bb73a28002" providerId="ADAL" clId="{8E2AF317-AFE5-4462-9FFD-79CB19EADEA7}" dt="2022-11-23T20:07:41.917" v="31" actId="478"/>
          <ac:picMkLst>
            <pc:docMk/>
            <pc:sldMk cId="4214925106" sldId="1533"/>
            <ac:picMk id="8" creationId="{B62A64F5-D101-8AB9-1D90-BF2A4AED1852}"/>
          </ac:picMkLst>
        </pc:picChg>
        <pc:picChg chg="del mod">
          <ac:chgData name="Alfaima Lucia Solano Blanco" userId="8ff4d46d-d35d-4c23-bd44-99bb73a28002" providerId="ADAL" clId="{8E2AF317-AFE5-4462-9FFD-79CB19EADEA7}" dt="2022-11-23T20:05:26.690" v="3" actId="478"/>
          <ac:picMkLst>
            <pc:docMk/>
            <pc:sldMk cId="4214925106" sldId="1533"/>
            <ac:picMk id="1026" creationId="{07929B92-BC38-461F-ACF2-429FA4E1D420}"/>
          </ac:picMkLst>
        </pc:picChg>
      </pc:sldChg>
      <pc:sldChg chg="addSp modSp add del mod">
        <pc:chgData name="Alfaima Lucia Solano Blanco" userId="8ff4d46d-d35d-4c23-bd44-99bb73a28002" providerId="ADAL" clId="{8E2AF317-AFE5-4462-9FFD-79CB19EADEA7}" dt="2022-11-23T20:05:59.816" v="11" actId="47"/>
        <pc:sldMkLst>
          <pc:docMk/>
          <pc:sldMk cId="2636584503" sldId="1534"/>
        </pc:sldMkLst>
        <pc:picChg chg="add mod">
          <ac:chgData name="Alfaima Lucia Solano Blanco" userId="8ff4d46d-d35d-4c23-bd44-99bb73a28002" providerId="ADAL" clId="{8E2AF317-AFE5-4462-9FFD-79CB19EADEA7}" dt="2022-11-23T20:05:44.687" v="9" actId="1076"/>
          <ac:picMkLst>
            <pc:docMk/>
            <pc:sldMk cId="2636584503" sldId="1534"/>
            <ac:picMk id="4" creationId="{C7115335-FED7-4A46-2E9D-EFBC7085795B}"/>
          </ac:picMkLst>
        </pc:picChg>
      </pc:sldChg>
      <pc:sldChg chg="add">
        <pc:chgData name="Alfaima Lucia Solano Blanco" userId="8ff4d46d-d35d-4c23-bd44-99bb73a28002" providerId="ADAL" clId="{8E2AF317-AFE5-4462-9FFD-79CB19EADEA7}" dt="2022-11-23T20:05:58.293" v="10"/>
        <pc:sldMkLst>
          <pc:docMk/>
          <pc:sldMk cId="2374376270" sldId="1535"/>
        </pc:sldMkLst>
      </pc:sldChg>
      <pc:sldChg chg="addSp delSp modSp add mod modShow">
        <pc:chgData name="Alfaima Lucia Solano Blanco" userId="8ff4d46d-d35d-4c23-bd44-99bb73a28002" providerId="ADAL" clId="{8E2AF317-AFE5-4462-9FFD-79CB19EADEA7}" dt="2022-11-23T20:13:57.116" v="260" actId="729"/>
        <pc:sldMkLst>
          <pc:docMk/>
          <pc:sldMk cId="2138113623" sldId="1536"/>
        </pc:sldMkLst>
        <pc:spChg chg="del">
          <ac:chgData name="Alfaima Lucia Solano Blanco" userId="8ff4d46d-d35d-4c23-bd44-99bb73a28002" providerId="ADAL" clId="{8E2AF317-AFE5-4462-9FFD-79CB19EADEA7}" dt="2022-11-23T20:06:31.607" v="14" actId="478"/>
          <ac:spMkLst>
            <pc:docMk/>
            <pc:sldMk cId="2138113623" sldId="1536"/>
            <ac:spMk id="5" creationId="{A805C62E-CCB0-455C-A8C5-394CA83C54E7}"/>
          </ac:spMkLst>
        </pc:spChg>
        <pc:spChg chg="add mod">
          <ac:chgData name="Alfaima Lucia Solano Blanco" userId="8ff4d46d-d35d-4c23-bd44-99bb73a28002" providerId="ADAL" clId="{8E2AF317-AFE5-4462-9FFD-79CB19EADEA7}" dt="2022-11-23T20:07:11.902" v="22" actId="1076"/>
          <ac:spMkLst>
            <pc:docMk/>
            <pc:sldMk cId="2138113623" sldId="1536"/>
            <ac:spMk id="10" creationId="{D733A09A-BD9E-7A68-E2CF-8DCBA0FE6544}"/>
          </ac:spMkLst>
        </pc:spChg>
        <pc:spChg chg="mod">
          <ac:chgData name="Alfaima Lucia Solano Blanco" userId="8ff4d46d-d35d-4c23-bd44-99bb73a28002" providerId="ADAL" clId="{8E2AF317-AFE5-4462-9FFD-79CB19EADEA7}" dt="2022-11-23T20:07:16.536" v="23" actId="1076"/>
          <ac:spMkLst>
            <pc:docMk/>
            <pc:sldMk cId="2138113623" sldId="1536"/>
            <ac:spMk id="14" creationId="{8B5DF442-F648-4380-B438-DCEB8A13BADF}"/>
          </ac:spMkLst>
        </pc:spChg>
        <pc:spChg chg="del">
          <ac:chgData name="Alfaima Lucia Solano Blanco" userId="8ff4d46d-d35d-4c23-bd44-99bb73a28002" providerId="ADAL" clId="{8E2AF317-AFE5-4462-9FFD-79CB19EADEA7}" dt="2022-11-23T20:06:27.933" v="13" actId="478"/>
          <ac:spMkLst>
            <pc:docMk/>
            <pc:sldMk cId="2138113623" sldId="1536"/>
            <ac:spMk id="6148" creationId="{00000000-0000-0000-0000-000000000000}"/>
          </ac:spMkLst>
        </pc:spChg>
        <pc:picChg chg="mod">
          <ac:chgData name="Alfaima Lucia Solano Blanco" userId="8ff4d46d-d35d-4c23-bd44-99bb73a28002" providerId="ADAL" clId="{8E2AF317-AFE5-4462-9FFD-79CB19EADEA7}" dt="2022-11-23T20:07:16.536" v="23" actId="1076"/>
          <ac:picMkLst>
            <pc:docMk/>
            <pc:sldMk cId="2138113623" sldId="1536"/>
            <ac:picMk id="2" creationId="{C93305B3-3BD1-A404-5381-F96464EBD6B1}"/>
          </ac:picMkLst>
        </pc:picChg>
        <pc:picChg chg="add mod">
          <ac:chgData name="Alfaima Lucia Solano Blanco" userId="8ff4d46d-d35d-4c23-bd44-99bb73a28002" providerId="ADAL" clId="{8E2AF317-AFE5-4462-9FFD-79CB19EADEA7}" dt="2022-11-23T20:07:16.536" v="23" actId="1076"/>
          <ac:picMkLst>
            <pc:docMk/>
            <pc:sldMk cId="2138113623" sldId="1536"/>
            <ac:picMk id="4" creationId="{DACDD67F-BC79-E788-64DA-17B47B78CCFD}"/>
          </ac:picMkLst>
        </pc:picChg>
        <pc:picChg chg="del">
          <ac:chgData name="Alfaima Lucia Solano Blanco" userId="8ff4d46d-d35d-4c23-bd44-99bb73a28002" providerId="ADAL" clId="{8E2AF317-AFE5-4462-9FFD-79CB19EADEA7}" dt="2022-11-23T20:06:27.933" v="13" actId="478"/>
          <ac:picMkLst>
            <pc:docMk/>
            <pc:sldMk cId="2138113623" sldId="1536"/>
            <ac:picMk id="7" creationId="{B0729D74-63DE-65AC-837A-24BC9628A038}"/>
          </ac:picMkLst>
        </pc:picChg>
        <pc:picChg chg="mod">
          <ac:chgData name="Alfaima Lucia Solano Blanco" userId="8ff4d46d-d35d-4c23-bd44-99bb73a28002" providerId="ADAL" clId="{8E2AF317-AFE5-4462-9FFD-79CB19EADEA7}" dt="2022-11-23T20:07:16.536" v="23" actId="1076"/>
          <ac:picMkLst>
            <pc:docMk/>
            <pc:sldMk cId="2138113623" sldId="1536"/>
            <ac:picMk id="8" creationId="{AD4244FA-705F-69CB-DEDB-3D358FD09AD4}"/>
          </ac:picMkLst>
        </pc:picChg>
        <pc:picChg chg="del">
          <ac:chgData name="Alfaima Lucia Solano Blanco" userId="8ff4d46d-d35d-4c23-bd44-99bb73a28002" providerId="ADAL" clId="{8E2AF317-AFE5-4462-9FFD-79CB19EADEA7}" dt="2022-11-23T20:06:27.933" v="13" actId="478"/>
          <ac:picMkLst>
            <pc:docMk/>
            <pc:sldMk cId="2138113623" sldId="1536"/>
            <ac:picMk id="11" creationId="{D2F74D52-779E-4858-9962-AE416D06B5DE}"/>
          </ac:picMkLst>
        </pc:picChg>
        <pc:picChg chg="add mod">
          <ac:chgData name="Alfaima Lucia Solano Blanco" userId="8ff4d46d-d35d-4c23-bd44-99bb73a28002" providerId="ADAL" clId="{8E2AF317-AFE5-4462-9FFD-79CB19EADEA7}" dt="2022-11-23T20:07:31.112" v="30" actId="1076"/>
          <ac:picMkLst>
            <pc:docMk/>
            <pc:sldMk cId="2138113623" sldId="1536"/>
            <ac:picMk id="12" creationId="{C42CA751-ACFB-C2C3-C16D-4CF26FD11AFC}"/>
          </ac:picMkLst>
        </pc:picChg>
      </pc:sldChg>
      <pc:sldChg chg="add del ord">
        <pc:chgData name="Alfaima Lucia Solano Blanco" userId="8ff4d46d-d35d-4c23-bd44-99bb73a28002" providerId="ADAL" clId="{8E2AF317-AFE5-4462-9FFD-79CB19EADEA7}" dt="2022-11-23T20:10:25.114" v="207" actId="47"/>
        <pc:sldMkLst>
          <pc:docMk/>
          <pc:sldMk cId="507193780" sldId="1537"/>
        </pc:sldMkLst>
      </pc:sldChg>
      <pc:sldChg chg="addSp delSp modSp add mod modClrScheme chgLayout">
        <pc:chgData name="Alfaima Lucia Solano Blanco" userId="8ff4d46d-d35d-4c23-bd44-99bb73a28002" providerId="ADAL" clId="{8E2AF317-AFE5-4462-9FFD-79CB19EADEA7}" dt="2022-11-23T20:14:11.581" v="261" actId="108"/>
        <pc:sldMkLst>
          <pc:docMk/>
          <pc:sldMk cId="3281780003" sldId="1537"/>
        </pc:sldMkLst>
        <pc:spChg chg="mod ord">
          <ac:chgData name="Alfaima Lucia Solano Blanco" userId="8ff4d46d-d35d-4c23-bd44-99bb73a28002" providerId="ADAL" clId="{8E2AF317-AFE5-4462-9FFD-79CB19EADEA7}" dt="2022-11-23T20:13:26.920" v="248" actId="700"/>
          <ac:spMkLst>
            <pc:docMk/>
            <pc:sldMk cId="3281780003" sldId="1537"/>
            <ac:spMk id="2" creationId="{71524CBF-925D-4519-BA70-28AFB1912960}"/>
          </ac:spMkLst>
        </pc:spChg>
        <pc:spChg chg="del mod ord">
          <ac:chgData name="Alfaima Lucia Solano Blanco" userId="8ff4d46d-d35d-4c23-bd44-99bb73a28002" providerId="ADAL" clId="{8E2AF317-AFE5-4462-9FFD-79CB19EADEA7}" dt="2022-11-23T20:13:36.242" v="257" actId="478"/>
          <ac:spMkLst>
            <pc:docMk/>
            <pc:sldMk cId="3281780003" sldId="1537"/>
            <ac:spMk id="3" creationId="{29E003EB-6ABF-42AE-BC2A-A70CD902FD5E}"/>
          </ac:spMkLst>
        </pc:spChg>
        <pc:spChg chg="mod ord">
          <ac:chgData name="Alfaima Lucia Solano Blanco" userId="8ff4d46d-d35d-4c23-bd44-99bb73a28002" providerId="ADAL" clId="{8E2AF317-AFE5-4462-9FFD-79CB19EADEA7}" dt="2022-11-23T20:13:26.920" v="248" actId="700"/>
          <ac:spMkLst>
            <pc:docMk/>
            <pc:sldMk cId="3281780003" sldId="1537"/>
            <ac:spMk id="4" creationId="{FCE7E50C-8524-4D9B-80A9-DB1CB19D6CC5}"/>
          </ac:spMkLst>
        </pc:spChg>
        <pc:spChg chg="add mod ord">
          <ac:chgData name="Alfaima Lucia Solano Blanco" userId="8ff4d46d-d35d-4c23-bd44-99bb73a28002" providerId="ADAL" clId="{8E2AF317-AFE5-4462-9FFD-79CB19EADEA7}" dt="2022-11-23T20:14:11.581" v="261" actId="108"/>
          <ac:spMkLst>
            <pc:docMk/>
            <pc:sldMk cId="3281780003" sldId="1537"/>
            <ac:spMk id="6" creationId="{7E67C9FD-7798-DACE-437C-10093529FAE6}"/>
          </ac:spMkLst>
        </pc:spChg>
        <pc:spChg chg="add del mod">
          <ac:chgData name="Alfaima Lucia Solano Blanco" userId="8ff4d46d-d35d-4c23-bd44-99bb73a28002" providerId="ADAL" clId="{8E2AF317-AFE5-4462-9FFD-79CB19EADEA7}" dt="2022-11-23T20:13:39.133" v="258" actId="478"/>
          <ac:spMkLst>
            <pc:docMk/>
            <pc:sldMk cId="3281780003" sldId="1537"/>
            <ac:spMk id="8" creationId="{9D39506C-B871-59E9-D566-3E02F8FEF499}"/>
          </ac:spMkLst>
        </pc:spChg>
        <pc:spChg chg="mod">
          <ac:chgData name="Alfaima Lucia Solano Blanco" userId="8ff4d46d-d35d-4c23-bd44-99bb73a28002" providerId="ADAL" clId="{8E2AF317-AFE5-4462-9FFD-79CB19EADEA7}" dt="2022-11-23T20:13:41.859" v="259" actId="1076"/>
          <ac:spMkLst>
            <pc:docMk/>
            <pc:sldMk cId="3281780003" sldId="1537"/>
            <ac:spMk id="52" creationId="{8EE70999-C9CD-BF49-E920-F00C166CDA2D}"/>
          </ac:spMkLst>
        </pc:spChg>
      </pc:sldChg>
      <pc:sldMasterChg chg="del delSldLayout">
        <pc:chgData name="Alfaima Lucia Solano Blanco" userId="8ff4d46d-d35d-4c23-bd44-99bb73a28002" providerId="ADAL" clId="{8E2AF317-AFE5-4462-9FFD-79CB19EADEA7}" dt="2022-11-23T20:10:38.542" v="215" actId="2696"/>
        <pc:sldMasterMkLst>
          <pc:docMk/>
          <pc:sldMasterMk cId="2542074437" sldId="2147483744"/>
        </pc:sldMasterMkLst>
        <pc:sldLayoutChg chg="del">
          <pc:chgData name="Alfaima Lucia Solano Blanco" userId="8ff4d46d-d35d-4c23-bd44-99bb73a28002" providerId="ADAL" clId="{8E2AF317-AFE5-4462-9FFD-79CB19EADEA7}" dt="2022-11-23T20:10:38.519" v="209" actId="2696"/>
          <pc:sldLayoutMkLst>
            <pc:docMk/>
            <pc:sldMasterMk cId="2542074437" sldId="2147483744"/>
            <pc:sldLayoutMk cId="2270828344" sldId="2147483745"/>
          </pc:sldLayoutMkLst>
        </pc:sldLayoutChg>
        <pc:sldLayoutChg chg="del">
          <pc:chgData name="Alfaima Lucia Solano Blanco" userId="8ff4d46d-d35d-4c23-bd44-99bb73a28002" providerId="ADAL" clId="{8E2AF317-AFE5-4462-9FFD-79CB19EADEA7}" dt="2022-11-23T20:10:38.524" v="210" actId="2696"/>
          <pc:sldLayoutMkLst>
            <pc:docMk/>
            <pc:sldMasterMk cId="2542074437" sldId="2147483744"/>
            <pc:sldLayoutMk cId="93698628" sldId="2147483746"/>
          </pc:sldLayoutMkLst>
        </pc:sldLayoutChg>
        <pc:sldLayoutChg chg="del">
          <pc:chgData name="Alfaima Lucia Solano Blanco" userId="8ff4d46d-d35d-4c23-bd44-99bb73a28002" providerId="ADAL" clId="{8E2AF317-AFE5-4462-9FFD-79CB19EADEA7}" dt="2022-11-23T20:10:38.531" v="212" actId="2696"/>
          <pc:sldLayoutMkLst>
            <pc:docMk/>
            <pc:sldMasterMk cId="2542074437" sldId="2147483744"/>
            <pc:sldLayoutMk cId="1561133636" sldId="2147483747"/>
          </pc:sldLayoutMkLst>
        </pc:sldLayoutChg>
        <pc:sldLayoutChg chg="del">
          <pc:chgData name="Alfaima Lucia Solano Blanco" userId="8ff4d46d-d35d-4c23-bd44-99bb73a28002" providerId="ADAL" clId="{8E2AF317-AFE5-4462-9FFD-79CB19EADEA7}" dt="2022-11-23T20:10:38.534" v="213" actId="2696"/>
          <pc:sldLayoutMkLst>
            <pc:docMk/>
            <pc:sldMasterMk cId="2542074437" sldId="2147483744"/>
            <pc:sldLayoutMk cId="1166931183" sldId="2147483748"/>
          </pc:sldLayoutMkLst>
        </pc:sldLayoutChg>
        <pc:sldLayoutChg chg="del">
          <pc:chgData name="Alfaima Lucia Solano Blanco" userId="8ff4d46d-d35d-4c23-bd44-99bb73a28002" providerId="ADAL" clId="{8E2AF317-AFE5-4462-9FFD-79CB19EADEA7}" dt="2022-11-23T20:10:38.525" v="211" actId="2696"/>
          <pc:sldLayoutMkLst>
            <pc:docMk/>
            <pc:sldMasterMk cId="2542074437" sldId="2147483744"/>
            <pc:sldLayoutMk cId="3662380375" sldId="2147483750"/>
          </pc:sldLayoutMkLst>
        </pc:sldLayoutChg>
        <pc:sldLayoutChg chg="del">
          <pc:chgData name="Alfaima Lucia Solano Blanco" userId="8ff4d46d-d35d-4c23-bd44-99bb73a28002" providerId="ADAL" clId="{8E2AF317-AFE5-4462-9FFD-79CB19EADEA7}" dt="2022-11-23T20:10:38.538" v="214" actId="2696"/>
          <pc:sldLayoutMkLst>
            <pc:docMk/>
            <pc:sldMasterMk cId="2542074437" sldId="2147483744"/>
            <pc:sldLayoutMk cId="1990549316" sldId="2147483751"/>
          </pc:sldLayoutMkLst>
        </pc:sldLayoutChg>
      </pc:sldMasterChg>
      <pc:sldMasterChg chg="mod delSldLayout modSldLayout sldLayoutOrd">
        <pc:chgData name="Alfaima Lucia Solano Blanco" userId="8ff4d46d-d35d-4c23-bd44-99bb73a28002" providerId="ADAL" clId="{8E2AF317-AFE5-4462-9FFD-79CB19EADEA7}" dt="2022-11-23T20:13:17.766" v="247"/>
        <pc:sldMasterMkLst>
          <pc:docMk/>
          <pc:sldMasterMk cId="3543320360" sldId="2147483752"/>
        </pc:sldMasterMkLst>
        <pc:sldLayoutChg chg="addSp modSp">
          <pc:chgData name="Alfaima Lucia Solano Blanco" userId="8ff4d46d-d35d-4c23-bd44-99bb73a28002" providerId="ADAL" clId="{8E2AF317-AFE5-4462-9FFD-79CB19EADEA7}" dt="2022-11-23T20:13:17.766" v="247"/>
          <pc:sldLayoutMkLst>
            <pc:docMk/>
            <pc:sldMasterMk cId="3543320360" sldId="2147483752"/>
            <pc:sldLayoutMk cId="1859020769" sldId="2147483780"/>
          </pc:sldLayoutMkLst>
          <pc:spChg chg="add mod">
            <ac:chgData name="Alfaima Lucia Solano Blanco" userId="8ff4d46d-d35d-4c23-bd44-99bb73a28002" providerId="ADAL" clId="{8E2AF317-AFE5-4462-9FFD-79CB19EADEA7}" dt="2022-11-23T20:13:17.766" v="247"/>
            <ac:spMkLst>
              <pc:docMk/>
              <pc:sldMasterMk cId="3543320360" sldId="2147483752"/>
              <pc:sldLayoutMk cId="1859020769" sldId="2147483780"/>
              <ac:spMk id="2" creationId="{95E3F678-42C8-02D9-713B-576161C5A638}"/>
            </ac:spMkLst>
          </pc:spChg>
        </pc:sldLayoutChg>
        <pc:sldLayoutChg chg="del ord">
          <pc:chgData name="Alfaima Lucia Solano Blanco" userId="8ff4d46d-d35d-4c23-bd44-99bb73a28002" providerId="ADAL" clId="{8E2AF317-AFE5-4462-9FFD-79CB19EADEA7}" dt="2022-11-23T20:13:04.457" v="244" actId="2696"/>
          <pc:sldLayoutMkLst>
            <pc:docMk/>
            <pc:sldMasterMk cId="3543320360" sldId="2147483752"/>
            <pc:sldLayoutMk cId="1748184510" sldId="2147483792"/>
          </pc:sldLayoutMkLst>
        </pc:sldLayoutChg>
        <pc:sldLayoutChg chg="ord">
          <pc:chgData name="Alfaima Lucia Solano Blanco" userId="8ff4d46d-d35d-4c23-bd44-99bb73a28002" providerId="ADAL" clId="{8E2AF317-AFE5-4462-9FFD-79CB19EADEA7}" dt="2022-11-23T20:12:53.460" v="243" actId="20578"/>
          <pc:sldLayoutMkLst>
            <pc:docMk/>
            <pc:sldMasterMk cId="3543320360" sldId="2147483752"/>
            <pc:sldLayoutMk cId="270843552" sldId="2147483793"/>
          </pc:sldLayoutMkLst>
        </pc:sldLayoutChg>
      </pc:sldMasterChg>
      <pc:sldMasterChg chg="del delSldLayout">
        <pc:chgData name="Alfaima Lucia Solano Blanco" userId="8ff4d46d-d35d-4c23-bd44-99bb73a28002" providerId="ADAL" clId="{8E2AF317-AFE5-4462-9FFD-79CB19EADEA7}" dt="2022-11-23T20:10:39.596" v="222" actId="2696"/>
        <pc:sldMasterMkLst>
          <pc:docMk/>
          <pc:sldMasterMk cId="588812967" sldId="2147483759"/>
        </pc:sldMasterMkLst>
        <pc:sldLayoutChg chg="del">
          <pc:chgData name="Alfaima Lucia Solano Blanco" userId="8ff4d46d-d35d-4c23-bd44-99bb73a28002" providerId="ADAL" clId="{8E2AF317-AFE5-4462-9FFD-79CB19EADEA7}" dt="2022-11-23T20:10:39.563" v="216" actId="2696"/>
          <pc:sldLayoutMkLst>
            <pc:docMk/>
            <pc:sldMasterMk cId="588812967" sldId="2147483759"/>
            <pc:sldLayoutMk cId="735068230" sldId="2147483760"/>
          </pc:sldLayoutMkLst>
        </pc:sldLayoutChg>
        <pc:sldLayoutChg chg="del">
          <pc:chgData name="Alfaima Lucia Solano Blanco" userId="8ff4d46d-d35d-4c23-bd44-99bb73a28002" providerId="ADAL" clId="{8E2AF317-AFE5-4462-9FFD-79CB19EADEA7}" dt="2022-11-23T20:10:39.570" v="217" actId="2696"/>
          <pc:sldLayoutMkLst>
            <pc:docMk/>
            <pc:sldMasterMk cId="588812967" sldId="2147483759"/>
            <pc:sldLayoutMk cId="3900078096" sldId="2147483761"/>
          </pc:sldLayoutMkLst>
        </pc:sldLayoutChg>
        <pc:sldLayoutChg chg="del">
          <pc:chgData name="Alfaima Lucia Solano Blanco" userId="8ff4d46d-d35d-4c23-bd44-99bb73a28002" providerId="ADAL" clId="{8E2AF317-AFE5-4462-9FFD-79CB19EADEA7}" dt="2022-11-23T20:10:39.577" v="218" actId="2696"/>
          <pc:sldLayoutMkLst>
            <pc:docMk/>
            <pc:sldMasterMk cId="588812967" sldId="2147483759"/>
            <pc:sldLayoutMk cId="1389587895" sldId="2147483762"/>
          </pc:sldLayoutMkLst>
        </pc:sldLayoutChg>
        <pc:sldLayoutChg chg="del">
          <pc:chgData name="Alfaima Lucia Solano Blanco" userId="8ff4d46d-d35d-4c23-bd44-99bb73a28002" providerId="ADAL" clId="{8E2AF317-AFE5-4462-9FFD-79CB19EADEA7}" dt="2022-11-23T20:10:39.583" v="219" actId="2696"/>
          <pc:sldLayoutMkLst>
            <pc:docMk/>
            <pc:sldMasterMk cId="588812967" sldId="2147483759"/>
            <pc:sldLayoutMk cId="1289567569" sldId="2147483763"/>
          </pc:sldLayoutMkLst>
        </pc:sldLayoutChg>
        <pc:sldLayoutChg chg="del">
          <pc:chgData name="Alfaima Lucia Solano Blanco" userId="8ff4d46d-d35d-4c23-bd44-99bb73a28002" providerId="ADAL" clId="{8E2AF317-AFE5-4462-9FFD-79CB19EADEA7}" dt="2022-11-23T20:10:39.584" v="220" actId="2696"/>
          <pc:sldLayoutMkLst>
            <pc:docMk/>
            <pc:sldMasterMk cId="588812967" sldId="2147483759"/>
            <pc:sldLayoutMk cId="777040224" sldId="2147483764"/>
          </pc:sldLayoutMkLst>
        </pc:sldLayoutChg>
        <pc:sldLayoutChg chg="del">
          <pc:chgData name="Alfaima Lucia Solano Blanco" userId="8ff4d46d-d35d-4c23-bd44-99bb73a28002" providerId="ADAL" clId="{8E2AF317-AFE5-4462-9FFD-79CB19EADEA7}" dt="2022-11-23T20:10:39.591" v="221" actId="2696"/>
          <pc:sldLayoutMkLst>
            <pc:docMk/>
            <pc:sldMasterMk cId="588812967" sldId="2147483759"/>
            <pc:sldLayoutMk cId="1166097337" sldId="2147483765"/>
          </pc:sldLayoutMkLst>
        </pc:sldLayoutChg>
      </pc:sldMasterChg>
      <pc:sldMasterChg chg="del delSldLayout">
        <pc:chgData name="Alfaima Lucia Solano Blanco" userId="8ff4d46d-d35d-4c23-bd44-99bb73a28002" providerId="ADAL" clId="{8E2AF317-AFE5-4462-9FFD-79CB19EADEA7}" dt="2022-11-23T20:10:40.292" v="229" actId="2696"/>
        <pc:sldMasterMkLst>
          <pc:docMk/>
          <pc:sldMasterMk cId="55820865" sldId="2147483766"/>
        </pc:sldMasterMkLst>
        <pc:sldLayoutChg chg="del">
          <pc:chgData name="Alfaima Lucia Solano Blanco" userId="8ff4d46d-d35d-4c23-bd44-99bb73a28002" providerId="ADAL" clId="{8E2AF317-AFE5-4462-9FFD-79CB19EADEA7}" dt="2022-11-23T20:10:40.261" v="223" actId="2696"/>
          <pc:sldLayoutMkLst>
            <pc:docMk/>
            <pc:sldMasterMk cId="55820865" sldId="2147483766"/>
            <pc:sldLayoutMk cId="75518959" sldId="2147483767"/>
          </pc:sldLayoutMkLst>
        </pc:sldLayoutChg>
        <pc:sldLayoutChg chg="del">
          <pc:chgData name="Alfaima Lucia Solano Blanco" userId="8ff4d46d-d35d-4c23-bd44-99bb73a28002" providerId="ADAL" clId="{8E2AF317-AFE5-4462-9FFD-79CB19EADEA7}" dt="2022-11-23T20:10:40.268" v="224" actId="2696"/>
          <pc:sldLayoutMkLst>
            <pc:docMk/>
            <pc:sldMasterMk cId="55820865" sldId="2147483766"/>
            <pc:sldLayoutMk cId="2746861462" sldId="2147483768"/>
          </pc:sldLayoutMkLst>
        </pc:sldLayoutChg>
        <pc:sldLayoutChg chg="del">
          <pc:chgData name="Alfaima Lucia Solano Blanco" userId="8ff4d46d-d35d-4c23-bd44-99bb73a28002" providerId="ADAL" clId="{8E2AF317-AFE5-4462-9FFD-79CB19EADEA7}" dt="2022-11-23T20:10:40.276" v="225" actId="2696"/>
          <pc:sldLayoutMkLst>
            <pc:docMk/>
            <pc:sldMasterMk cId="55820865" sldId="2147483766"/>
            <pc:sldLayoutMk cId="1223917019" sldId="2147483769"/>
          </pc:sldLayoutMkLst>
        </pc:sldLayoutChg>
        <pc:sldLayoutChg chg="del">
          <pc:chgData name="Alfaima Lucia Solano Blanco" userId="8ff4d46d-d35d-4c23-bd44-99bb73a28002" providerId="ADAL" clId="{8E2AF317-AFE5-4462-9FFD-79CB19EADEA7}" dt="2022-11-23T20:10:40.280" v="226" actId="2696"/>
          <pc:sldLayoutMkLst>
            <pc:docMk/>
            <pc:sldMasterMk cId="55820865" sldId="2147483766"/>
            <pc:sldLayoutMk cId="1088711321" sldId="2147483770"/>
          </pc:sldLayoutMkLst>
        </pc:sldLayoutChg>
        <pc:sldLayoutChg chg="del">
          <pc:chgData name="Alfaima Lucia Solano Blanco" userId="8ff4d46d-d35d-4c23-bd44-99bb73a28002" providerId="ADAL" clId="{8E2AF317-AFE5-4462-9FFD-79CB19EADEA7}" dt="2022-11-23T20:10:40.284" v="227" actId="2696"/>
          <pc:sldLayoutMkLst>
            <pc:docMk/>
            <pc:sldMasterMk cId="55820865" sldId="2147483766"/>
            <pc:sldLayoutMk cId="850216173" sldId="2147483771"/>
          </pc:sldLayoutMkLst>
        </pc:sldLayoutChg>
        <pc:sldLayoutChg chg="del">
          <pc:chgData name="Alfaima Lucia Solano Blanco" userId="8ff4d46d-d35d-4c23-bd44-99bb73a28002" providerId="ADAL" clId="{8E2AF317-AFE5-4462-9FFD-79CB19EADEA7}" dt="2022-11-23T20:10:40.288" v="228" actId="2696"/>
          <pc:sldLayoutMkLst>
            <pc:docMk/>
            <pc:sldMasterMk cId="55820865" sldId="2147483766"/>
            <pc:sldLayoutMk cId="155218924" sldId="2147483772"/>
          </pc:sldLayoutMkLst>
        </pc:sldLayoutChg>
      </pc:sldMasterChg>
      <pc:sldMasterChg chg="del delSldLayout">
        <pc:chgData name="Alfaima Lucia Solano Blanco" userId="8ff4d46d-d35d-4c23-bd44-99bb73a28002" providerId="ADAL" clId="{8E2AF317-AFE5-4462-9FFD-79CB19EADEA7}" dt="2022-11-23T20:10:40.997" v="236" actId="2696"/>
        <pc:sldMasterMkLst>
          <pc:docMk/>
          <pc:sldMasterMk cId="3958396831" sldId="2147483773"/>
        </pc:sldMasterMkLst>
        <pc:sldLayoutChg chg="del">
          <pc:chgData name="Alfaima Lucia Solano Blanco" userId="8ff4d46d-d35d-4c23-bd44-99bb73a28002" providerId="ADAL" clId="{8E2AF317-AFE5-4462-9FFD-79CB19EADEA7}" dt="2022-11-23T20:10:40.961" v="230" actId="2696"/>
          <pc:sldLayoutMkLst>
            <pc:docMk/>
            <pc:sldMasterMk cId="3958396831" sldId="2147483773"/>
            <pc:sldLayoutMk cId="1206457614" sldId="2147483774"/>
          </pc:sldLayoutMkLst>
        </pc:sldLayoutChg>
        <pc:sldLayoutChg chg="del">
          <pc:chgData name="Alfaima Lucia Solano Blanco" userId="8ff4d46d-d35d-4c23-bd44-99bb73a28002" providerId="ADAL" clId="{8E2AF317-AFE5-4462-9FFD-79CB19EADEA7}" dt="2022-11-23T20:10:40.969" v="231" actId="2696"/>
          <pc:sldLayoutMkLst>
            <pc:docMk/>
            <pc:sldMasterMk cId="3958396831" sldId="2147483773"/>
            <pc:sldLayoutMk cId="1987182526" sldId="2147483775"/>
          </pc:sldLayoutMkLst>
        </pc:sldLayoutChg>
        <pc:sldLayoutChg chg="del">
          <pc:chgData name="Alfaima Lucia Solano Blanco" userId="8ff4d46d-d35d-4c23-bd44-99bb73a28002" providerId="ADAL" clId="{8E2AF317-AFE5-4462-9FFD-79CB19EADEA7}" dt="2022-11-23T20:10:40.976" v="232" actId="2696"/>
          <pc:sldLayoutMkLst>
            <pc:docMk/>
            <pc:sldMasterMk cId="3958396831" sldId="2147483773"/>
            <pc:sldLayoutMk cId="1644272627" sldId="2147483776"/>
          </pc:sldLayoutMkLst>
        </pc:sldLayoutChg>
        <pc:sldLayoutChg chg="del">
          <pc:chgData name="Alfaima Lucia Solano Blanco" userId="8ff4d46d-d35d-4c23-bd44-99bb73a28002" providerId="ADAL" clId="{8E2AF317-AFE5-4462-9FFD-79CB19EADEA7}" dt="2022-11-23T20:10:40.982" v="233" actId="2696"/>
          <pc:sldLayoutMkLst>
            <pc:docMk/>
            <pc:sldMasterMk cId="3958396831" sldId="2147483773"/>
            <pc:sldLayoutMk cId="3320780231" sldId="2147483777"/>
          </pc:sldLayoutMkLst>
        </pc:sldLayoutChg>
        <pc:sldLayoutChg chg="del">
          <pc:chgData name="Alfaima Lucia Solano Blanco" userId="8ff4d46d-d35d-4c23-bd44-99bb73a28002" providerId="ADAL" clId="{8E2AF317-AFE5-4462-9FFD-79CB19EADEA7}" dt="2022-11-23T20:10:40.988" v="234" actId="2696"/>
          <pc:sldLayoutMkLst>
            <pc:docMk/>
            <pc:sldMasterMk cId="3958396831" sldId="2147483773"/>
            <pc:sldLayoutMk cId="1671179203" sldId="2147483778"/>
          </pc:sldLayoutMkLst>
        </pc:sldLayoutChg>
        <pc:sldLayoutChg chg="del">
          <pc:chgData name="Alfaima Lucia Solano Blanco" userId="8ff4d46d-d35d-4c23-bd44-99bb73a28002" providerId="ADAL" clId="{8E2AF317-AFE5-4462-9FFD-79CB19EADEA7}" dt="2022-11-23T20:10:40.992" v="235" actId="2696"/>
          <pc:sldLayoutMkLst>
            <pc:docMk/>
            <pc:sldMasterMk cId="3958396831" sldId="2147483773"/>
            <pc:sldLayoutMk cId="1509143162" sldId="2147483779"/>
          </pc:sldLayoutMkLst>
        </pc:sldLayoutChg>
      </pc:sldMasterChg>
      <pc:sldMasterChg chg="mod">
        <pc:chgData name="Alfaima Lucia Solano Blanco" userId="8ff4d46d-d35d-4c23-bd44-99bb73a28002" providerId="ADAL" clId="{8E2AF317-AFE5-4462-9FFD-79CB19EADEA7}" dt="2022-11-23T20:11:39.866" v="240" actId="6014"/>
        <pc:sldMasterMkLst>
          <pc:docMk/>
          <pc:sldMasterMk cId="3604787927" sldId="2147483781"/>
        </pc:sldMasterMkLst>
      </pc:sldMasterChg>
      <pc:sldMasterChg chg="delSp mod modSldLayout">
        <pc:chgData name="Alfaima Lucia Solano Blanco" userId="8ff4d46d-d35d-4c23-bd44-99bb73a28002" providerId="ADAL" clId="{8E2AF317-AFE5-4462-9FFD-79CB19EADEA7}" dt="2022-11-23T20:13:14.743" v="246" actId="571"/>
        <pc:sldMasterMkLst>
          <pc:docMk/>
          <pc:sldMasterMk cId="1004932641" sldId="2147483786"/>
        </pc:sldMasterMkLst>
        <pc:picChg chg="del">
          <ac:chgData name="Alfaima Lucia Solano Blanco" userId="8ff4d46d-d35d-4c23-bd44-99bb73a28002" providerId="ADAL" clId="{8E2AF317-AFE5-4462-9FFD-79CB19EADEA7}" dt="2022-11-23T20:10:52.586" v="237" actId="478"/>
          <ac:picMkLst>
            <pc:docMk/>
            <pc:sldMasterMk cId="1004932641" sldId="2147483786"/>
            <ac:picMk id="12" creationId="{3636D9C2-2BB0-481D-BB04-FED0EC8369BF}"/>
          </ac:picMkLst>
        </pc:picChg>
        <pc:sldLayoutChg chg="addSp modSp">
          <pc:chgData name="Alfaima Lucia Solano Blanco" userId="8ff4d46d-d35d-4c23-bd44-99bb73a28002" providerId="ADAL" clId="{8E2AF317-AFE5-4462-9FFD-79CB19EADEA7}" dt="2022-11-23T20:13:14.743" v="246" actId="571"/>
          <pc:sldLayoutMkLst>
            <pc:docMk/>
            <pc:sldMasterMk cId="1004932641" sldId="2147483786"/>
            <pc:sldLayoutMk cId="1103148174" sldId="2147483789"/>
          </pc:sldLayoutMkLst>
          <pc:spChg chg="add mod">
            <ac:chgData name="Alfaima Lucia Solano Blanco" userId="8ff4d46d-d35d-4c23-bd44-99bb73a28002" providerId="ADAL" clId="{8E2AF317-AFE5-4462-9FFD-79CB19EADEA7}" dt="2022-11-23T20:13:14.743" v="246" actId="571"/>
            <ac:spMkLst>
              <pc:docMk/>
              <pc:sldMasterMk cId="1004932641" sldId="2147483786"/>
              <pc:sldLayoutMk cId="1103148174" sldId="2147483789"/>
              <ac:spMk id="2" creationId="{A6D0C9FA-A950-CAA2-6E64-9E2B73F6B678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72D717-570A-43EE-9EEA-68D3D6D0D977}" type="datetimeFigureOut">
              <a:rPr lang="es-CO" smtClean="0"/>
              <a:t>23/11/2022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ECF535-6818-4D44-91C1-7BA9AA8C762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5644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Notas: descripción para una presentación de tres (3) minutos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ECF535-6818-4D44-91C1-7BA9AA8C762F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8746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Notas: descripción para una presentación de tres (3) minutos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ECF535-6818-4D44-91C1-7BA9AA8C762F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4734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4379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8865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575775" y="2065136"/>
            <a:ext cx="8958329" cy="1656858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baseline="0"/>
            </a:lvl1pPr>
          </a:lstStyle>
          <a:p>
            <a:r>
              <a:rPr lang="en-US" noProof="0" err="1"/>
              <a:t>Título</a:t>
            </a:r>
            <a:r>
              <a:rPr lang="en-US" noProof="0"/>
              <a:t> de la </a:t>
            </a:r>
            <a:r>
              <a:rPr lang="en-US" noProof="0" err="1"/>
              <a:t>presentación</a:t>
            </a:r>
            <a:endParaRPr lang="en-US" noProof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6597739" y="3952928"/>
            <a:ext cx="4936365" cy="1275895"/>
          </a:xfrm>
          <a:prstGeom prst="rect">
            <a:avLst/>
          </a:prstGeom>
        </p:spPr>
        <p:txBody>
          <a:bodyPr/>
          <a:lstStyle>
            <a:lvl1pPr>
              <a:defRPr sz="2200" baseline="0"/>
            </a:lvl1pPr>
          </a:lstStyle>
          <a:p>
            <a:pPr lvl="0"/>
            <a:r>
              <a:rPr lang="en-US" noProof="0"/>
              <a:t>Autor 1</a:t>
            </a:r>
          </a:p>
          <a:p>
            <a:pPr lvl="0"/>
            <a:r>
              <a:rPr lang="en-US" noProof="0"/>
              <a:t>Autor 2</a:t>
            </a:r>
          </a:p>
          <a:p>
            <a:pPr lvl="0"/>
            <a:r>
              <a:rPr lang="en-US" noProof="0"/>
              <a:t>Autor 3</a:t>
            </a:r>
          </a:p>
        </p:txBody>
      </p:sp>
    </p:spTree>
    <p:extLst>
      <p:ext uri="{BB962C8B-B14F-4D97-AF65-F5344CB8AC3E}">
        <p14:creationId xmlns:p14="http://schemas.microsoft.com/office/powerpoint/2010/main" val="247748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3C9DAB0B-0F80-4DF8-8ED6-D772F12110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60"/>
            <a:ext cx="5856962" cy="640978"/>
          </a:xfrm>
          <a:prstGeom prst="rect">
            <a:avLst/>
          </a:prstGeom>
        </p:spPr>
        <p:txBody>
          <a:bodyPr anchor="ctr"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579549" y="1493838"/>
            <a:ext cx="10869770" cy="4881204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  <a:lvl2pPr marL="742913" indent="-285737">
              <a:buFont typeface="Arial" panose="020B0604020202020204" pitchFamily="34" charset="0"/>
              <a:buChar char="•"/>
              <a:defRPr sz="2400"/>
            </a:lvl2pPr>
            <a:lvl3pPr marL="1142942" indent="-228589">
              <a:buFont typeface="Calibri Light" panose="020F0302020204030204" pitchFamily="34" charset="0"/>
              <a:buChar char="-"/>
              <a:defRPr/>
            </a:lvl3pPr>
            <a:lvl4pPr marL="1600120" indent="-228589">
              <a:buFont typeface="Wingdings" panose="05000000000000000000" pitchFamily="2" charset="2"/>
              <a:buChar char="§"/>
              <a:defRPr/>
            </a:lvl4pPr>
          </a:lstStyle>
          <a:p>
            <a:pPr lvl="0"/>
            <a:r>
              <a:rPr lang="en-US" noProof="0"/>
              <a:t>Primer </a:t>
            </a:r>
            <a:r>
              <a:rPr lang="en-US" noProof="0" err="1"/>
              <a:t>Nivel</a:t>
            </a:r>
            <a:endParaRPr lang="en-US" noProof="0"/>
          </a:p>
          <a:p>
            <a:pPr lvl="1"/>
            <a:r>
              <a:rPr lang="en-US" noProof="0"/>
              <a:t>Segundo </a:t>
            </a:r>
            <a:r>
              <a:rPr lang="en-US" noProof="0" err="1"/>
              <a:t>nivel</a:t>
            </a:r>
            <a:endParaRPr lang="en-US" noProof="0"/>
          </a:p>
          <a:p>
            <a:pPr lvl="2"/>
            <a:r>
              <a:rPr lang="en-US" noProof="0" err="1"/>
              <a:t>Tercer</a:t>
            </a:r>
            <a:r>
              <a:rPr lang="en-US" noProof="0"/>
              <a:t> </a:t>
            </a:r>
            <a:r>
              <a:rPr lang="en-US" noProof="0" err="1"/>
              <a:t>nivel</a:t>
            </a:r>
            <a:endParaRPr lang="en-US" noProof="0"/>
          </a:p>
          <a:p>
            <a:pPr lvl="3"/>
            <a:r>
              <a:rPr lang="en-US" noProof="0"/>
              <a:t>Cuarto </a:t>
            </a:r>
            <a:r>
              <a:rPr lang="en-US" noProof="0" err="1"/>
              <a:t>nivel</a:t>
            </a:r>
            <a:endParaRPr lang="en-US" noProof="0"/>
          </a:p>
          <a:p>
            <a:pPr lvl="4"/>
            <a:r>
              <a:rPr lang="en-US" noProof="0"/>
              <a:t>Quinto </a:t>
            </a:r>
            <a:r>
              <a:rPr lang="en-US" noProof="0" err="1"/>
              <a:t>nivel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83779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10" name="Marcador de texto 13">
            <a:extLst>
              <a:ext uri="{FF2B5EF4-FFF2-40B4-BE49-F238E27FC236}">
                <a16:creationId xmlns:a16="http://schemas.microsoft.com/office/drawing/2014/main" id="{C71EDFAE-1372-4CB9-9D90-3A7B7009D4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673" y="358199"/>
            <a:ext cx="6807961" cy="346000"/>
          </a:xfrm>
          <a:prstGeom prst="rect">
            <a:avLst/>
          </a:prstGeom>
        </p:spPr>
        <p:txBody>
          <a:bodyPr/>
          <a:lstStyle>
            <a:lvl1pPr algn="l">
              <a:defRPr lang="es-ES" sz="18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latinLnBrk="0">
              <a:spcBef>
                <a:spcPct val="0"/>
              </a:spcBef>
            </a:pPr>
            <a:r>
              <a:rPr lang="en-US" noProof="0"/>
              <a:t>Subtitle</a:t>
            </a:r>
          </a:p>
        </p:txBody>
      </p:sp>
      <p:sp>
        <p:nvSpPr>
          <p:cNvPr id="11" name="Título 8">
            <a:extLst>
              <a:ext uri="{FF2B5EF4-FFF2-40B4-BE49-F238E27FC236}">
                <a16:creationId xmlns:a16="http://schemas.microsoft.com/office/drawing/2014/main" id="{7AD895D9-D336-46E4-B0DE-FF885EE753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60"/>
            <a:ext cx="5856962" cy="346000"/>
          </a:xfrm>
          <a:prstGeom prst="rect">
            <a:avLst/>
          </a:prstGeom>
        </p:spPr>
        <p:txBody>
          <a:bodyPr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  <p:sp>
        <p:nvSpPr>
          <p:cNvPr id="2" name="Marcador de texto 2">
            <a:extLst>
              <a:ext uri="{FF2B5EF4-FFF2-40B4-BE49-F238E27FC236}">
                <a16:creationId xmlns:a16="http://schemas.microsoft.com/office/drawing/2014/main" id="{95E3F678-42C8-02D9-713B-576161C5A6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9549" y="1493838"/>
            <a:ext cx="10869770" cy="4881204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  <a:lvl2pPr marL="742913" indent="-285737">
              <a:buFont typeface="Arial" panose="020B0604020202020204" pitchFamily="34" charset="0"/>
              <a:buChar char="•"/>
              <a:defRPr sz="2400"/>
            </a:lvl2pPr>
            <a:lvl3pPr marL="1142942" indent="-228589">
              <a:buFont typeface="Calibri Light" panose="020F0302020204030204" pitchFamily="34" charset="0"/>
              <a:buChar char="-"/>
              <a:defRPr/>
            </a:lvl3pPr>
            <a:lvl4pPr marL="1600120" indent="-228589">
              <a:buFont typeface="Wingdings" panose="05000000000000000000" pitchFamily="2" charset="2"/>
              <a:buChar char="§"/>
              <a:defRPr/>
            </a:lvl4pPr>
          </a:lstStyle>
          <a:p>
            <a:pPr lvl="0"/>
            <a:r>
              <a:rPr lang="en-US" noProof="0"/>
              <a:t>Primer </a:t>
            </a:r>
            <a:r>
              <a:rPr lang="en-US" noProof="0" err="1"/>
              <a:t>Nivel</a:t>
            </a:r>
            <a:endParaRPr lang="en-US" noProof="0"/>
          </a:p>
          <a:p>
            <a:pPr lvl="1"/>
            <a:r>
              <a:rPr lang="en-US" noProof="0"/>
              <a:t>Segundo </a:t>
            </a:r>
            <a:r>
              <a:rPr lang="en-US" noProof="0" err="1"/>
              <a:t>nivel</a:t>
            </a:r>
            <a:endParaRPr lang="en-US" noProof="0"/>
          </a:p>
          <a:p>
            <a:pPr lvl="2"/>
            <a:r>
              <a:rPr lang="en-US" noProof="0" err="1"/>
              <a:t>Tercer</a:t>
            </a:r>
            <a:r>
              <a:rPr lang="en-US" noProof="0"/>
              <a:t> </a:t>
            </a:r>
            <a:r>
              <a:rPr lang="en-US" noProof="0" err="1"/>
              <a:t>nivel</a:t>
            </a:r>
            <a:endParaRPr lang="en-US" noProof="0"/>
          </a:p>
          <a:p>
            <a:pPr lvl="3"/>
            <a:r>
              <a:rPr lang="en-US" noProof="0"/>
              <a:t>Cuarto </a:t>
            </a:r>
            <a:r>
              <a:rPr lang="en-US" noProof="0" err="1"/>
              <a:t>nivel</a:t>
            </a:r>
            <a:endParaRPr lang="en-US" noProof="0"/>
          </a:p>
          <a:p>
            <a:pPr lvl="4"/>
            <a:r>
              <a:rPr lang="en-US" noProof="0"/>
              <a:t>Quinto </a:t>
            </a:r>
            <a:r>
              <a:rPr lang="en-US" noProof="0" err="1"/>
              <a:t>nivel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59020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pPr>
              <a:defRPr/>
            </a:pPr>
            <a:fld id="{81A7E6C8-39D6-457B-9CDB-FC6C4677DDCE}" type="datetimeFigureOut">
              <a:rPr lang="es-ES"/>
              <a:pPr>
                <a:defRPr/>
              </a:pPr>
              <a:t>23/11/2022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algn="ctr">
              <a:defRPr sz="1200" b="0" dirty="0"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200" b="0"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pPr>
              <a:defRPr/>
            </a:pPr>
            <a:fld id="{3EFE4004-213F-45CE-8AA5-7DD324AB2ED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84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575775" y="2065136"/>
            <a:ext cx="8958329" cy="1656858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baseline="0"/>
            </a:lvl1pPr>
          </a:lstStyle>
          <a:p>
            <a:r>
              <a:rPr lang="en-US" noProof="0" err="1"/>
              <a:t>Título</a:t>
            </a:r>
            <a:r>
              <a:rPr lang="en-US" noProof="0"/>
              <a:t> de la </a:t>
            </a:r>
            <a:r>
              <a:rPr lang="en-US" noProof="0" err="1"/>
              <a:t>presentación</a:t>
            </a:r>
            <a:endParaRPr lang="en-US" noProof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6597739" y="3952928"/>
            <a:ext cx="4936365" cy="1275895"/>
          </a:xfrm>
          <a:prstGeom prst="rect">
            <a:avLst/>
          </a:prstGeom>
        </p:spPr>
        <p:txBody>
          <a:bodyPr/>
          <a:lstStyle>
            <a:lvl1pPr>
              <a:defRPr sz="2200" baseline="0"/>
            </a:lvl1pPr>
          </a:lstStyle>
          <a:p>
            <a:pPr lvl="0"/>
            <a:r>
              <a:rPr lang="en-US" noProof="0"/>
              <a:t>Autor 1</a:t>
            </a:r>
          </a:p>
          <a:p>
            <a:pPr lvl="0"/>
            <a:r>
              <a:rPr lang="en-US" noProof="0"/>
              <a:t>Autor 2</a:t>
            </a:r>
          </a:p>
          <a:p>
            <a:pPr lvl="0"/>
            <a:r>
              <a:rPr lang="en-US" noProof="0"/>
              <a:t>Autor 3</a:t>
            </a:r>
          </a:p>
        </p:txBody>
      </p:sp>
    </p:spTree>
    <p:extLst>
      <p:ext uri="{BB962C8B-B14F-4D97-AF65-F5344CB8AC3E}">
        <p14:creationId xmlns:p14="http://schemas.microsoft.com/office/powerpoint/2010/main" val="4256444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3C9DAB0B-0F80-4DF8-8ED6-D772F12110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60"/>
            <a:ext cx="5856962" cy="640978"/>
          </a:xfrm>
          <a:prstGeom prst="rect">
            <a:avLst/>
          </a:prstGeom>
        </p:spPr>
        <p:txBody>
          <a:bodyPr anchor="ctr"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579549" y="1493838"/>
            <a:ext cx="10869770" cy="4881204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  <a:lvl2pPr marL="742913" indent="-285737">
              <a:buFont typeface="Arial" panose="020B0604020202020204" pitchFamily="34" charset="0"/>
              <a:buChar char="•"/>
              <a:defRPr sz="2400"/>
            </a:lvl2pPr>
            <a:lvl3pPr marL="1142942" indent="-228589">
              <a:buFont typeface="Calibri Light" panose="020F0302020204030204" pitchFamily="34" charset="0"/>
              <a:buChar char="-"/>
              <a:defRPr/>
            </a:lvl3pPr>
            <a:lvl4pPr marL="1600120" indent="-228589">
              <a:buFont typeface="Wingdings" panose="05000000000000000000" pitchFamily="2" charset="2"/>
              <a:buChar char="§"/>
              <a:defRPr/>
            </a:lvl4pPr>
          </a:lstStyle>
          <a:p>
            <a:pPr lvl="0"/>
            <a:r>
              <a:rPr lang="en-US" noProof="0"/>
              <a:t>Primer </a:t>
            </a:r>
            <a:r>
              <a:rPr lang="en-US" noProof="0" err="1"/>
              <a:t>Nivel</a:t>
            </a:r>
            <a:endParaRPr lang="en-US" noProof="0"/>
          </a:p>
          <a:p>
            <a:pPr lvl="1"/>
            <a:r>
              <a:rPr lang="en-US" noProof="0"/>
              <a:t>Segundo </a:t>
            </a:r>
            <a:r>
              <a:rPr lang="en-US" noProof="0" err="1"/>
              <a:t>nivel</a:t>
            </a:r>
            <a:endParaRPr lang="en-US" noProof="0"/>
          </a:p>
          <a:p>
            <a:pPr lvl="2"/>
            <a:r>
              <a:rPr lang="en-US" noProof="0" err="1"/>
              <a:t>Tercer</a:t>
            </a:r>
            <a:r>
              <a:rPr lang="en-US" noProof="0"/>
              <a:t> </a:t>
            </a:r>
            <a:r>
              <a:rPr lang="en-US" noProof="0" err="1"/>
              <a:t>nivel</a:t>
            </a:r>
            <a:endParaRPr lang="en-US" noProof="0"/>
          </a:p>
          <a:p>
            <a:pPr lvl="3"/>
            <a:r>
              <a:rPr lang="en-US" noProof="0"/>
              <a:t>Cuarto </a:t>
            </a:r>
            <a:r>
              <a:rPr lang="en-US" noProof="0" err="1"/>
              <a:t>nivel</a:t>
            </a:r>
            <a:endParaRPr lang="en-US" noProof="0"/>
          </a:p>
          <a:p>
            <a:pPr lvl="4"/>
            <a:r>
              <a:rPr lang="en-US" noProof="0"/>
              <a:t>Quinto </a:t>
            </a:r>
            <a:r>
              <a:rPr lang="en-US" noProof="0" err="1"/>
              <a:t>nivel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89167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225F9DDE-2B1E-46F2-8587-D9AAE64AB8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673" y="358199"/>
            <a:ext cx="6807961" cy="346000"/>
          </a:xfrm>
          <a:prstGeom prst="rect">
            <a:avLst/>
          </a:prstGeom>
        </p:spPr>
        <p:txBody>
          <a:bodyPr/>
          <a:lstStyle>
            <a:lvl1pPr algn="l">
              <a:defRPr lang="es-ES" sz="18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latinLnBrk="0">
              <a:spcBef>
                <a:spcPct val="0"/>
              </a:spcBef>
            </a:pPr>
            <a:r>
              <a:rPr lang="en-US" noProof="0"/>
              <a:t>Subtitle</a:t>
            </a:r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3C9DAB0B-0F80-4DF8-8ED6-D772F12110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60"/>
            <a:ext cx="5856962" cy="346000"/>
          </a:xfrm>
          <a:prstGeom prst="rect">
            <a:avLst/>
          </a:prstGeom>
        </p:spPr>
        <p:txBody>
          <a:bodyPr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579549" y="1493838"/>
            <a:ext cx="10869770" cy="4881204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  <a:lvl2pPr marL="742913" indent="-285737">
              <a:buFont typeface="Arial" panose="020B0604020202020204" pitchFamily="34" charset="0"/>
              <a:buChar char="•"/>
              <a:defRPr sz="2400"/>
            </a:lvl2pPr>
            <a:lvl3pPr marL="1142942" indent="-228589">
              <a:buFont typeface="Calibri Light" panose="020F0302020204030204" pitchFamily="34" charset="0"/>
              <a:buChar char="-"/>
              <a:defRPr/>
            </a:lvl3pPr>
            <a:lvl4pPr marL="1600120" indent="-228589">
              <a:buFont typeface="Wingdings" panose="05000000000000000000" pitchFamily="2" charset="2"/>
              <a:buChar char="§"/>
              <a:defRPr/>
            </a:lvl4pPr>
          </a:lstStyle>
          <a:p>
            <a:pPr lvl="0"/>
            <a:r>
              <a:rPr lang="en-US" noProof="0"/>
              <a:t>Primer </a:t>
            </a:r>
            <a:r>
              <a:rPr lang="en-US" noProof="0" err="1"/>
              <a:t>Nivel</a:t>
            </a:r>
            <a:endParaRPr lang="en-US" noProof="0"/>
          </a:p>
          <a:p>
            <a:pPr lvl="1"/>
            <a:r>
              <a:rPr lang="en-US" noProof="0"/>
              <a:t>Segundo </a:t>
            </a:r>
            <a:r>
              <a:rPr lang="en-US" noProof="0" err="1"/>
              <a:t>nivel</a:t>
            </a:r>
            <a:endParaRPr lang="en-US" noProof="0"/>
          </a:p>
          <a:p>
            <a:pPr lvl="2"/>
            <a:r>
              <a:rPr lang="en-US" noProof="0" err="1"/>
              <a:t>Tercer</a:t>
            </a:r>
            <a:r>
              <a:rPr lang="en-US" noProof="0"/>
              <a:t> </a:t>
            </a:r>
            <a:r>
              <a:rPr lang="en-US" noProof="0" err="1"/>
              <a:t>nivel</a:t>
            </a:r>
            <a:endParaRPr lang="en-US" noProof="0"/>
          </a:p>
          <a:p>
            <a:pPr lvl="3"/>
            <a:r>
              <a:rPr lang="en-US" noProof="0"/>
              <a:t>Cuarto </a:t>
            </a:r>
            <a:r>
              <a:rPr lang="en-US" noProof="0" err="1"/>
              <a:t>nivel</a:t>
            </a:r>
            <a:endParaRPr lang="en-US" noProof="0"/>
          </a:p>
          <a:p>
            <a:pPr lvl="4"/>
            <a:r>
              <a:rPr lang="en-US" noProof="0"/>
              <a:t>Quinto </a:t>
            </a:r>
            <a:r>
              <a:rPr lang="en-US" noProof="0" err="1"/>
              <a:t>nivel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03148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pPr>
              <a:defRPr/>
            </a:pPr>
            <a:fld id="{81A7E6C8-39D6-457B-9CDB-FC6C4677DDCE}" type="datetimeFigureOut">
              <a:rPr lang="es-ES"/>
              <a:pPr>
                <a:defRPr/>
              </a:pPr>
              <a:t>23/11/2022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algn="ctr">
              <a:defRPr sz="1200" b="0" dirty="0"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200" b="0"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pPr>
              <a:defRPr/>
            </a:pPr>
            <a:fld id="{3EFE4004-213F-45CE-8AA5-7DD324AB2ED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9921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449C02B-E9F0-4C35-8092-EC111F95CA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7892B8-B69F-4DDB-8EEB-C4A5EA3189C7}" type="slidenum">
              <a:rPr lang="es-ES" smtClean="0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11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575775" y="2065136"/>
            <a:ext cx="8958329" cy="1656858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 baseline="0"/>
            </a:lvl1pPr>
          </a:lstStyle>
          <a:p>
            <a:r>
              <a:rPr lang="en-US" noProof="0" err="1"/>
              <a:t>Título</a:t>
            </a:r>
            <a:r>
              <a:rPr lang="en-US" noProof="0"/>
              <a:t> de la </a:t>
            </a:r>
            <a:r>
              <a:rPr lang="en-US" noProof="0" err="1"/>
              <a:t>presentación</a:t>
            </a:r>
            <a:endParaRPr lang="en-US" noProof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0" hasCustomPrompt="1"/>
          </p:nvPr>
        </p:nvSpPr>
        <p:spPr>
          <a:xfrm>
            <a:off x="6597739" y="3952928"/>
            <a:ext cx="4936365" cy="1275895"/>
          </a:xfrm>
          <a:prstGeom prst="rect">
            <a:avLst/>
          </a:prstGeom>
        </p:spPr>
        <p:txBody>
          <a:bodyPr/>
          <a:lstStyle>
            <a:lvl1pPr>
              <a:defRPr sz="2200" baseline="0"/>
            </a:lvl1pPr>
          </a:lstStyle>
          <a:p>
            <a:pPr lvl="0"/>
            <a:r>
              <a:rPr lang="en-US" noProof="0"/>
              <a:t>Autor 1</a:t>
            </a:r>
          </a:p>
          <a:p>
            <a:pPr lvl="0"/>
            <a:r>
              <a:rPr lang="en-US" noProof="0"/>
              <a:t>Autor 2</a:t>
            </a:r>
          </a:p>
          <a:p>
            <a:pPr lvl="0"/>
            <a:r>
              <a:rPr lang="en-US" noProof="0"/>
              <a:t>Autor 3</a:t>
            </a:r>
          </a:p>
        </p:txBody>
      </p:sp>
    </p:spTree>
    <p:extLst>
      <p:ext uri="{BB962C8B-B14F-4D97-AF65-F5344CB8AC3E}">
        <p14:creationId xmlns:p14="http://schemas.microsoft.com/office/powerpoint/2010/main" val="579438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3C9DAB0B-0F80-4DF8-8ED6-D772F12110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60"/>
            <a:ext cx="5856962" cy="640978"/>
          </a:xfrm>
          <a:prstGeom prst="rect">
            <a:avLst/>
          </a:prstGeom>
        </p:spPr>
        <p:txBody>
          <a:bodyPr anchor="ctr"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579549" y="1493838"/>
            <a:ext cx="10869770" cy="4881204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  <a:lvl2pPr marL="742913" indent="-285737">
              <a:buFont typeface="Arial" panose="020B0604020202020204" pitchFamily="34" charset="0"/>
              <a:buChar char="•"/>
              <a:defRPr sz="2400"/>
            </a:lvl2pPr>
            <a:lvl3pPr marL="1142942" indent="-228589">
              <a:buFont typeface="Calibri Light" panose="020F0302020204030204" pitchFamily="34" charset="0"/>
              <a:buChar char="-"/>
              <a:defRPr/>
            </a:lvl3pPr>
            <a:lvl4pPr marL="1600120" indent="-228589">
              <a:buFont typeface="Wingdings" panose="05000000000000000000" pitchFamily="2" charset="2"/>
              <a:buChar char="§"/>
              <a:defRPr/>
            </a:lvl4pPr>
          </a:lstStyle>
          <a:p>
            <a:pPr lvl="0"/>
            <a:r>
              <a:rPr lang="en-US" noProof="0"/>
              <a:t>Primer </a:t>
            </a:r>
            <a:r>
              <a:rPr lang="en-US" noProof="0" err="1"/>
              <a:t>Nivel</a:t>
            </a:r>
            <a:endParaRPr lang="en-US" noProof="0"/>
          </a:p>
          <a:p>
            <a:pPr lvl="1"/>
            <a:r>
              <a:rPr lang="en-US" noProof="0"/>
              <a:t>Segundo </a:t>
            </a:r>
            <a:r>
              <a:rPr lang="en-US" noProof="0" err="1"/>
              <a:t>nivel</a:t>
            </a:r>
            <a:endParaRPr lang="en-US" noProof="0"/>
          </a:p>
          <a:p>
            <a:pPr lvl="2"/>
            <a:r>
              <a:rPr lang="en-US" noProof="0" err="1"/>
              <a:t>Tercer</a:t>
            </a:r>
            <a:r>
              <a:rPr lang="en-US" noProof="0"/>
              <a:t> </a:t>
            </a:r>
            <a:r>
              <a:rPr lang="en-US" noProof="0" err="1"/>
              <a:t>nivel</a:t>
            </a:r>
            <a:endParaRPr lang="en-US" noProof="0"/>
          </a:p>
          <a:p>
            <a:pPr lvl="3"/>
            <a:r>
              <a:rPr lang="en-US" noProof="0"/>
              <a:t>Cuarto </a:t>
            </a:r>
            <a:r>
              <a:rPr lang="en-US" noProof="0" err="1"/>
              <a:t>nivel</a:t>
            </a:r>
            <a:endParaRPr lang="en-US" noProof="0"/>
          </a:p>
          <a:p>
            <a:pPr lvl="4"/>
            <a:r>
              <a:rPr lang="en-US" noProof="0"/>
              <a:t>Quinto </a:t>
            </a:r>
            <a:r>
              <a:rPr lang="en-US" noProof="0" err="1"/>
              <a:t>nivel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25983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225F9DDE-2B1E-46F2-8587-D9AAE64AB8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0673" y="358199"/>
            <a:ext cx="6807961" cy="346000"/>
          </a:xfrm>
          <a:prstGeom prst="rect">
            <a:avLst/>
          </a:prstGeom>
        </p:spPr>
        <p:txBody>
          <a:bodyPr/>
          <a:lstStyle>
            <a:lvl1pPr algn="l">
              <a:defRPr lang="es-ES" sz="18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 defTabSz="914400" latinLnBrk="0">
              <a:spcBef>
                <a:spcPct val="0"/>
              </a:spcBef>
            </a:pPr>
            <a:r>
              <a:rPr lang="en-US" noProof="0"/>
              <a:t>Subtitle</a:t>
            </a:r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3C9DAB0B-0F80-4DF8-8ED6-D772F12110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673" y="67360"/>
            <a:ext cx="5856962" cy="346000"/>
          </a:xfrm>
          <a:prstGeom prst="rect">
            <a:avLst/>
          </a:prstGeom>
        </p:spPr>
        <p:txBody>
          <a:bodyPr/>
          <a:lstStyle>
            <a:lvl1pPr algn="l">
              <a:defRPr lang="en-US" sz="2000" dirty="0">
                <a:solidFill>
                  <a:schemeClr val="bg1"/>
                </a:solidFill>
              </a:defRPr>
            </a:lvl1pPr>
          </a:lstStyle>
          <a:p>
            <a:pPr marL="0" lvl="0" algn="l" defTabSz="914400" latinLnBrk="0"/>
            <a:r>
              <a:rPr lang="en-US" noProof="0"/>
              <a:t>Title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579549" y="1493838"/>
            <a:ext cx="10869770" cy="4881204"/>
          </a:xfrm>
          <a:prstGeom prst="rect">
            <a:avLst/>
          </a:prstGeom>
        </p:spPr>
        <p:txBody>
          <a:bodyPr/>
          <a:lstStyle>
            <a:lvl1pPr algn="l">
              <a:defRPr sz="2800"/>
            </a:lvl1pPr>
            <a:lvl2pPr marL="742913" indent="-285737">
              <a:buFont typeface="Arial" panose="020B0604020202020204" pitchFamily="34" charset="0"/>
              <a:buChar char="•"/>
              <a:defRPr sz="2400"/>
            </a:lvl2pPr>
            <a:lvl3pPr marL="1142942" indent="-228589">
              <a:buFont typeface="Calibri Light" panose="020F0302020204030204" pitchFamily="34" charset="0"/>
              <a:buChar char="-"/>
              <a:defRPr/>
            </a:lvl3pPr>
            <a:lvl4pPr marL="1600120" indent="-228589">
              <a:buFont typeface="Wingdings" panose="05000000000000000000" pitchFamily="2" charset="2"/>
              <a:buChar char="§"/>
              <a:defRPr/>
            </a:lvl4pPr>
          </a:lstStyle>
          <a:p>
            <a:pPr lvl="0"/>
            <a:r>
              <a:rPr lang="en-US" noProof="0"/>
              <a:t>Primer </a:t>
            </a:r>
            <a:r>
              <a:rPr lang="en-US" noProof="0" err="1"/>
              <a:t>Nivel</a:t>
            </a:r>
            <a:endParaRPr lang="en-US" noProof="0"/>
          </a:p>
          <a:p>
            <a:pPr lvl="1"/>
            <a:r>
              <a:rPr lang="en-US" noProof="0"/>
              <a:t>Segundo </a:t>
            </a:r>
            <a:r>
              <a:rPr lang="en-US" noProof="0" err="1"/>
              <a:t>nivel</a:t>
            </a:r>
            <a:endParaRPr lang="en-US" noProof="0"/>
          </a:p>
          <a:p>
            <a:pPr lvl="2"/>
            <a:r>
              <a:rPr lang="en-US" noProof="0" err="1"/>
              <a:t>Tercer</a:t>
            </a:r>
            <a:r>
              <a:rPr lang="en-US" noProof="0"/>
              <a:t> </a:t>
            </a:r>
            <a:r>
              <a:rPr lang="en-US" noProof="0" err="1"/>
              <a:t>nivel</a:t>
            </a:r>
            <a:endParaRPr lang="en-US" noProof="0"/>
          </a:p>
          <a:p>
            <a:pPr lvl="3"/>
            <a:r>
              <a:rPr lang="en-US" noProof="0"/>
              <a:t>Cuarto </a:t>
            </a:r>
            <a:r>
              <a:rPr lang="en-US" noProof="0" err="1"/>
              <a:t>nivel</a:t>
            </a:r>
            <a:endParaRPr lang="en-US" noProof="0"/>
          </a:p>
          <a:p>
            <a:pPr lvl="4"/>
            <a:r>
              <a:rPr lang="en-US" noProof="0"/>
              <a:t>Quinto </a:t>
            </a:r>
            <a:r>
              <a:rPr lang="en-US" noProof="0" err="1"/>
              <a:t>nivel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953367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 sz="1200" b="0"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pPr>
              <a:defRPr/>
            </a:pPr>
            <a:fld id="{81A7E6C8-39D6-457B-9CDB-FC6C4677DDCE}" type="datetimeFigureOut">
              <a:rPr lang="es-ES"/>
              <a:pPr>
                <a:defRPr/>
              </a:pPr>
              <a:t>23/11/2022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algn="ctr">
              <a:defRPr sz="1200" b="0" dirty="0"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200" b="0">
                <a:solidFill>
                  <a:prstClr val="black">
                    <a:tint val="75000"/>
                  </a:prstClr>
                </a:solidFill>
                <a:latin typeface="+mn-lt"/>
              </a:defRPr>
            </a:lvl1pPr>
          </a:lstStyle>
          <a:p>
            <a:pPr>
              <a:defRPr/>
            </a:pPr>
            <a:fld id="{3EFE4004-213F-45CE-8AA5-7DD324AB2ED9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6571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3.xml"/><Relationship Id="rId9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9347200" y="649288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A9DCD924-DC6A-42E7-9178-7B5EE2A337DB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8" name="6 Rectángulo">
            <a:extLst>
              <a:ext uri="{FF2B5EF4-FFF2-40B4-BE49-F238E27FC236}">
                <a16:creationId xmlns:a16="http://schemas.microsoft.com/office/drawing/2014/main" id="{59760382-EDC5-48FC-9CA7-688597118BFD}"/>
              </a:ext>
            </a:extLst>
          </p:cNvPr>
          <p:cNvSpPr/>
          <p:nvPr userDrawn="1"/>
        </p:nvSpPr>
        <p:spPr>
          <a:xfrm>
            <a:off x="-16934" y="-3134"/>
            <a:ext cx="12208934" cy="713984"/>
          </a:xfrm>
          <a:prstGeom prst="rect">
            <a:avLst/>
          </a:prstGeom>
          <a:solidFill>
            <a:schemeClr val="accent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 sz="1800" noProof="0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FB5B55-B069-4974-94C3-8F7937290C97}"/>
              </a:ext>
            </a:extLst>
          </p:cNvPr>
          <p:cNvSpPr/>
          <p:nvPr userDrawn="1"/>
        </p:nvSpPr>
        <p:spPr>
          <a:xfrm>
            <a:off x="10974886" y="62630"/>
            <a:ext cx="1217114" cy="576197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Related image">
            <a:extLst>
              <a:ext uri="{FF2B5EF4-FFF2-40B4-BE49-F238E27FC236}">
                <a16:creationId xmlns:a16="http://schemas.microsoft.com/office/drawing/2014/main" id="{614A68D7-2B7E-4696-A202-8170E1B65C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4535" y="118776"/>
            <a:ext cx="996817" cy="47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56124917-B256-4A9B-9528-52ED22D92076}"/>
              </a:ext>
            </a:extLst>
          </p:cNvPr>
          <p:cNvSpPr/>
          <p:nvPr userDrawn="1"/>
        </p:nvSpPr>
        <p:spPr>
          <a:xfrm>
            <a:off x="-16934" y="62630"/>
            <a:ext cx="10826895" cy="576197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6 Rectángulo">
            <a:extLst>
              <a:ext uri="{FF2B5EF4-FFF2-40B4-BE49-F238E27FC236}">
                <a16:creationId xmlns:a16="http://schemas.microsoft.com/office/drawing/2014/main" id="{C1B4A3EE-B960-4689-9F60-DA6AD4AAA015}"/>
              </a:ext>
            </a:extLst>
          </p:cNvPr>
          <p:cNvSpPr/>
          <p:nvPr userDrawn="1"/>
        </p:nvSpPr>
        <p:spPr>
          <a:xfrm>
            <a:off x="-16934" y="-3135"/>
            <a:ext cx="12208934" cy="836115"/>
          </a:xfrm>
          <a:prstGeom prst="rect">
            <a:avLst/>
          </a:prstGeom>
          <a:solidFill>
            <a:schemeClr val="tx2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 sz="1800" noProof="0">
              <a:solidFill>
                <a:schemeClr val="tx1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1BB08F-F678-4089-8B42-804D593ACE30}"/>
              </a:ext>
            </a:extLst>
          </p:cNvPr>
          <p:cNvSpPr/>
          <p:nvPr userDrawn="1"/>
        </p:nvSpPr>
        <p:spPr>
          <a:xfrm>
            <a:off x="10974886" y="62630"/>
            <a:ext cx="1217114" cy="674759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Related image">
            <a:extLst>
              <a:ext uri="{FF2B5EF4-FFF2-40B4-BE49-F238E27FC236}">
                <a16:creationId xmlns:a16="http://schemas.microsoft.com/office/drawing/2014/main" id="{0FA1E8C5-1F1F-4D95-BF55-D2077E9277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5034" y="179839"/>
            <a:ext cx="996817" cy="47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96812EF5-1169-4A80-8AB0-FCD6577ED89C}"/>
              </a:ext>
            </a:extLst>
          </p:cNvPr>
          <p:cNvSpPr/>
          <p:nvPr userDrawn="1"/>
        </p:nvSpPr>
        <p:spPr>
          <a:xfrm>
            <a:off x="-16934" y="62630"/>
            <a:ext cx="10826895" cy="674759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331ECAD-9FFD-4EFD-8653-AB6E4C64453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946615" y="129696"/>
            <a:ext cx="911184" cy="64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320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55" r:id="rId2"/>
    <p:sldLayoutId id="2147483780" r:id="rId3"/>
    <p:sldLayoutId id="2147483793" r:id="rId4"/>
  </p:sldLayoutIdLst>
  <p:hf hdr="0" ftr="0" dt="0"/>
  <p:txStyles>
    <p:titleStyle>
      <a:lvl1pPr algn="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0" indent="0" algn="r" rtl="0" eaLnBrk="1" fontAlgn="base" hangingPunct="1">
        <a:spcBef>
          <a:spcPct val="20000"/>
        </a:spcBef>
        <a:spcAft>
          <a:spcPct val="0"/>
        </a:spcAft>
        <a:buFont typeface="Arial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9347200" y="649288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A9DCD924-DC6A-42E7-9178-7B5EE2A337DB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8" name="6 Rectángulo">
            <a:extLst>
              <a:ext uri="{FF2B5EF4-FFF2-40B4-BE49-F238E27FC236}">
                <a16:creationId xmlns:a16="http://schemas.microsoft.com/office/drawing/2014/main" id="{59760382-EDC5-48FC-9CA7-688597118BFD}"/>
              </a:ext>
            </a:extLst>
          </p:cNvPr>
          <p:cNvSpPr/>
          <p:nvPr userDrawn="1"/>
        </p:nvSpPr>
        <p:spPr>
          <a:xfrm>
            <a:off x="-16934" y="-3134"/>
            <a:ext cx="12208934" cy="713984"/>
          </a:xfrm>
          <a:prstGeom prst="rect">
            <a:avLst/>
          </a:prstGeom>
          <a:solidFill>
            <a:schemeClr val="accent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 sz="1800" noProof="0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FB5B55-B069-4974-94C3-8F7937290C97}"/>
              </a:ext>
            </a:extLst>
          </p:cNvPr>
          <p:cNvSpPr/>
          <p:nvPr userDrawn="1"/>
        </p:nvSpPr>
        <p:spPr>
          <a:xfrm>
            <a:off x="10974886" y="62630"/>
            <a:ext cx="1217114" cy="576197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Related image">
            <a:extLst>
              <a:ext uri="{FF2B5EF4-FFF2-40B4-BE49-F238E27FC236}">
                <a16:creationId xmlns:a16="http://schemas.microsoft.com/office/drawing/2014/main" id="{614A68D7-2B7E-4696-A202-8170E1B65C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4535" y="118776"/>
            <a:ext cx="996817" cy="47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56124917-B256-4A9B-9528-52ED22D92076}"/>
              </a:ext>
            </a:extLst>
          </p:cNvPr>
          <p:cNvSpPr/>
          <p:nvPr userDrawn="1"/>
        </p:nvSpPr>
        <p:spPr>
          <a:xfrm>
            <a:off x="-16934" y="62630"/>
            <a:ext cx="10826895" cy="576197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6 Rectángulo">
            <a:extLst>
              <a:ext uri="{FF2B5EF4-FFF2-40B4-BE49-F238E27FC236}">
                <a16:creationId xmlns:a16="http://schemas.microsoft.com/office/drawing/2014/main" id="{C1B4A3EE-B960-4689-9F60-DA6AD4AAA015}"/>
              </a:ext>
            </a:extLst>
          </p:cNvPr>
          <p:cNvSpPr/>
          <p:nvPr userDrawn="1"/>
        </p:nvSpPr>
        <p:spPr>
          <a:xfrm>
            <a:off x="-16934" y="-3135"/>
            <a:ext cx="12208934" cy="836115"/>
          </a:xfrm>
          <a:prstGeom prst="rect">
            <a:avLst/>
          </a:prstGeom>
          <a:solidFill>
            <a:schemeClr val="tx2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 sz="1800" noProof="0">
              <a:solidFill>
                <a:schemeClr val="tx1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1BB08F-F678-4089-8B42-804D593ACE30}"/>
              </a:ext>
            </a:extLst>
          </p:cNvPr>
          <p:cNvSpPr/>
          <p:nvPr userDrawn="1"/>
        </p:nvSpPr>
        <p:spPr>
          <a:xfrm>
            <a:off x="10974886" y="62630"/>
            <a:ext cx="1217114" cy="674759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Related image">
            <a:extLst>
              <a:ext uri="{FF2B5EF4-FFF2-40B4-BE49-F238E27FC236}">
                <a16:creationId xmlns:a16="http://schemas.microsoft.com/office/drawing/2014/main" id="{0FA1E8C5-1F1F-4D95-BF55-D2077E9277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5034" y="179839"/>
            <a:ext cx="996817" cy="47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96812EF5-1169-4A80-8AB0-FCD6577ED89C}"/>
              </a:ext>
            </a:extLst>
          </p:cNvPr>
          <p:cNvSpPr/>
          <p:nvPr userDrawn="1"/>
        </p:nvSpPr>
        <p:spPr>
          <a:xfrm>
            <a:off x="-16934" y="62630"/>
            <a:ext cx="10826895" cy="674759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9" descr="Logotipo&#10;&#10;Descripción generada automáticamente">
            <a:extLst>
              <a:ext uri="{FF2B5EF4-FFF2-40B4-BE49-F238E27FC236}">
                <a16:creationId xmlns:a16="http://schemas.microsoft.com/office/drawing/2014/main" id="{4EDFEC77-86A0-2D11-5623-7040AAAF1B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250" b="90000" l="10000" r="90000">
                        <a14:foregroundMark x1="50250" y1="46250" x2="50250" y2="46250"/>
                        <a14:foregroundMark x1="51000" y1="70750" x2="51000" y2="70750"/>
                        <a14:foregroundMark x1="58750" y1="70250" x2="58750" y2="70250"/>
                        <a14:foregroundMark x1="42250" y1="72500" x2="42250" y2="72500"/>
                        <a14:foregroundMark x1="33750" y1="72500" x2="33750" y2="72500"/>
                        <a14:foregroundMark x1="60000" y1="12500" x2="60000" y2="12500"/>
                        <a14:foregroundMark x1="63750" y1="16750" x2="63750" y2="16750"/>
                        <a14:foregroundMark x1="64750" y1="21750" x2="64750" y2="21750"/>
                        <a14:foregroundMark x1="64750" y1="23750" x2="64750" y2="23750"/>
                        <a14:foregroundMark x1="55000" y1="10000" x2="55000" y2="10000"/>
                        <a14:foregroundMark x1="54000" y1="9750" x2="54000" y2="9750"/>
                        <a14:foregroundMark x1="57500" y1="10750" x2="57500" y2="10750"/>
                        <a14:foregroundMark x1="46750" y1="9750" x2="46750" y2="9750"/>
                        <a14:foregroundMark x1="49750" y1="9250" x2="49750" y2="9250"/>
                        <a14:foregroundMark x1="51500" y1="9500" x2="51500" y2="9500"/>
                        <a14:foregroundMark x1="37500" y1="23250" x2="37500" y2="23250"/>
                        <a14:backgroundMark x1="61750" y1="70750" x2="61750" y2="70750"/>
                        <a14:backgroundMark x1="49500" y1="42000" x2="49500" y2="42000"/>
                        <a14:backgroundMark x1="39000" y1="19250" x2="39000" y2="19250"/>
                      </a14:backgroundRemoval>
                    </a14:imgEffect>
                  </a14:imgLayer>
                </a14:imgProps>
              </a:ext>
            </a:extLst>
          </a:blip>
          <a:srcRect l="25145" t="7410" r="23234" b="18841"/>
          <a:stretch/>
        </p:blipFill>
        <p:spPr>
          <a:xfrm>
            <a:off x="10201807" y="169897"/>
            <a:ext cx="330200" cy="43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32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</p:sldLayoutIdLst>
  <p:hf hdr="0" ftr="0" dt="0"/>
  <p:txStyles>
    <p:titleStyle>
      <a:lvl1pPr algn="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0" indent="0" algn="r" rtl="0" eaLnBrk="1" fontAlgn="base" hangingPunct="1">
        <a:spcBef>
          <a:spcPct val="20000"/>
        </a:spcBef>
        <a:spcAft>
          <a:spcPct val="0"/>
        </a:spcAft>
        <a:buFont typeface="Arial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3 Marcador de número de diapositiva">
            <a:extLst>
              <a:ext uri="{FF2B5EF4-FFF2-40B4-BE49-F238E27FC236}">
                <a16:creationId xmlns:a16="http://schemas.microsoft.com/office/drawing/2014/main" id="{7C0F8E04-2EDD-4385-8919-C74DFEDD35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7200" y="6492882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7892B8-B69F-4DDB-8EEB-C4A5EA3189C7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6073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9347200" y="649288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A9DCD924-DC6A-42E7-9178-7B5EE2A337DB}" type="slidenum">
              <a:rPr lang="es-ES">
                <a:solidFill>
                  <a:prstClr val="black"/>
                </a:solidFill>
              </a:rPr>
              <a:pPr>
                <a:defRPr/>
              </a:pPr>
              <a:t>‹Nº›</a:t>
            </a:fld>
            <a:endParaRPr lang="es-ES">
              <a:solidFill>
                <a:prstClr val="black"/>
              </a:solidFill>
            </a:endParaRPr>
          </a:p>
        </p:txBody>
      </p:sp>
      <p:sp>
        <p:nvSpPr>
          <p:cNvPr id="8" name="6 Rectángulo">
            <a:extLst>
              <a:ext uri="{FF2B5EF4-FFF2-40B4-BE49-F238E27FC236}">
                <a16:creationId xmlns:a16="http://schemas.microsoft.com/office/drawing/2014/main" id="{59760382-EDC5-48FC-9CA7-688597118BFD}"/>
              </a:ext>
            </a:extLst>
          </p:cNvPr>
          <p:cNvSpPr/>
          <p:nvPr userDrawn="1"/>
        </p:nvSpPr>
        <p:spPr>
          <a:xfrm>
            <a:off x="-16934" y="-3134"/>
            <a:ext cx="12208934" cy="713984"/>
          </a:xfrm>
          <a:prstGeom prst="rect">
            <a:avLst/>
          </a:prstGeom>
          <a:solidFill>
            <a:schemeClr val="accent1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 sz="1800" noProof="0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FB5B55-B069-4974-94C3-8F7937290C97}"/>
              </a:ext>
            </a:extLst>
          </p:cNvPr>
          <p:cNvSpPr/>
          <p:nvPr userDrawn="1"/>
        </p:nvSpPr>
        <p:spPr>
          <a:xfrm>
            <a:off x="10974886" y="62630"/>
            <a:ext cx="1217114" cy="576197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Related image">
            <a:extLst>
              <a:ext uri="{FF2B5EF4-FFF2-40B4-BE49-F238E27FC236}">
                <a16:creationId xmlns:a16="http://schemas.microsoft.com/office/drawing/2014/main" id="{614A68D7-2B7E-4696-A202-8170E1B65C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4535" y="118776"/>
            <a:ext cx="996817" cy="47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56124917-B256-4A9B-9528-52ED22D92076}"/>
              </a:ext>
            </a:extLst>
          </p:cNvPr>
          <p:cNvSpPr/>
          <p:nvPr userDrawn="1"/>
        </p:nvSpPr>
        <p:spPr>
          <a:xfrm>
            <a:off x="-16934" y="62630"/>
            <a:ext cx="10826895" cy="576197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6 Rectángulo">
            <a:extLst>
              <a:ext uri="{FF2B5EF4-FFF2-40B4-BE49-F238E27FC236}">
                <a16:creationId xmlns:a16="http://schemas.microsoft.com/office/drawing/2014/main" id="{C1B4A3EE-B960-4689-9F60-DA6AD4AAA015}"/>
              </a:ext>
            </a:extLst>
          </p:cNvPr>
          <p:cNvSpPr/>
          <p:nvPr userDrawn="1"/>
        </p:nvSpPr>
        <p:spPr>
          <a:xfrm>
            <a:off x="-16934" y="-3135"/>
            <a:ext cx="12208934" cy="836115"/>
          </a:xfrm>
          <a:prstGeom prst="rect">
            <a:avLst/>
          </a:prstGeom>
          <a:solidFill>
            <a:schemeClr val="tx2"/>
          </a:solidFill>
          <a:ln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CO" sz="1800" noProof="0">
              <a:solidFill>
                <a:schemeClr val="tx1"/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1BB08F-F678-4089-8B42-804D593ACE30}"/>
              </a:ext>
            </a:extLst>
          </p:cNvPr>
          <p:cNvSpPr/>
          <p:nvPr userDrawn="1"/>
        </p:nvSpPr>
        <p:spPr>
          <a:xfrm>
            <a:off x="10974886" y="62630"/>
            <a:ext cx="1217114" cy="674759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Related image">
            <a:extLst>
              <a:ext uri="{FF2B5EF4-FFF2-40B4-BE49-F238E27FC236}">
                <a16:creationId xmlns:a16="http://schemas.microsoft.com/office/drawing/2014/main" id="{0FA1E8C5-1F1F-4D95-BF55-D2077E9277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5034" y="179839"/>
            <a:ext cx="996817" cy="47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96812EF5-1169-4A80-8AB0-FCD6577ED89C}"/>
              </a:ext>
            </a:extLst>
          </p:cNvPr>
          <p:cNvSpPr/>
          <p:nvPr userDrawn="1"/>
        </p:nvSpPr>
        <p:spPr>
          <a:xfrm>
            <a:off x="-16934" y="62630"/>
            <a:ext cx="10826895" cy="674759"/>
          </a:xfrm>
          <a:prstGeom prst="rect">
            <a:avLst/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636D9C2-2BB0-481D-BB04-FED0EC8369B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182431" y="95170"/>
            <a:ext cx="911184" cy="642219"/>
          </a:xfrm>
          <a:prstGeom prst="rect">
            <a:avLst/>
          </a:prstGeom>
        </p:spPr>
      </p:pic>
      <p:pic>
        <p:nvPicPr>
          <p:cNvPr id="2" name="Imagen 9" descr="Logotipo&#10;&#10;Descripción generada automáticamente">
            <a:extLst>
              <a:ext uri="{FF2B5EF4-FFF2-40B4-BE49-F238E27FC236}">
                <a16:creationId xmlns:a16="http://schemas.microsoft.com/office/drawing/2014/main" id="{4EDFEC77-86A0-2D11-5623-7040AAAF1B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250" b="90000" l="10000" r="90000">
                        <a14:foregroundMark x1="50250" y1="46250" x2="50250" y2="46250"/>
                        <a14:foregroundMark x1="51000" y1="70750" x2="51000" y2="70750"/>
                        <a14:foregroundMark x1="58750" y1="70250" x2="58750" y2="70250"/>
                        <a14:foregroundMark x1="42250" y1="72500" x2="42250" y2="72500"/>
                        <a14:foregroundMark x1="33750" y1="72500" x2="33750" y2="72500"/>
                        <a14:foregroundMark x1="60000" y1="12500" x2="60000" y2="12500"/>
                        <a14:foregroundMark x1="63750" y1="16750" x2="63750" y2="16750"/>
                        <a14:foregroundMark x1="64750" y1="21750" x2="64750" y2="21750"/>
                        <a14:foregroundMark x1="64750" y1="23750" x2="64750" y2="23750"/>
                        <a14:foregroundMark x1="55000" y1="10000" x2="55000" y2="10000"/>
                        <a14:foregroundMark x1="54000" y1="9750" x2="54000" y2="9750"/>
                        <a14:foregroundMark x1="57500" y1="10750" x2="57500" y2="10750"/>
                        <a14:foregroundMark x1="46750" y1="9750" x2="46750" y2="9750"/>
                        <a14:foregroundMark x1="49750" y1="9250" x2="49750" y2="9250"/>
                        <a14:foregroundMark x1="51500" y1="9500" x2="51500" y2="9500"/>
                        <a14:foregroundMark x1="37500" y1="23250" x2="37500" y2="23250"/>
                        <a14:backgroundMark x1="61750" y1="70750" x2="61750" y2="70750"/>
                        <a14:backgroundMark x1="49500" y1="42000" x2="49500" y2="42000"/>
                        <a14:backgroundMark x1="39000" y1="19250" x2="39000" y2="19250"/>
                      </a14:backgroundRemoval>
                    </a14:imgEffect>
                  </a14:imgLayer>
                </a14:imgProps>
              </a:ext>
            </a:extLst>
          </a:blip>
          <a:srcRect l="25145" t="7410" r="23234" b="18841"/>
          <a:stretch/>
        </p:blipFill>
        <p:spPr>
          <a:xfrm>
            <a:off x="10201807" y="169897"/>
            <a:ext cx="330200" cy="43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787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</p:sldLayoutIdLst>
  <p:hf hdr="0" ftr="0" dt="0"/>
  <p:txStyles>
    <p:titleStyle>
      <a:lvl1pPr algn="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0" indent="0" algn="r" rtl="0" eaLnBrk="1" fontAlgn="base" hangingPunct="1">
        <a:spcBef>
          <a:spcPct val="20000"/>
        </a:spcBef>
        <a:spcAft>
          <a:spcPct val="0"/>
        </a:spcAft>
        <a:buFont typeface="Arial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1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54B02E4D-9141-47A9-96FB-08F70F3D93A9}"/>
              </a:ext>
            </a:extLst>
          </p:cNvPr>
          <p:cNvSpPr/>
          <p:nvPr/>
        </p:nvSpPr>
        <p:spPr>
          <a:xfrm>
            <a:off x="7222362" y="6546708"/>
            <a:ext cx="4969638" cy="358242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1524CBF-925D-4519-BA70-28AFB1912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892B8-B69F-4DDB-8EEB-C4A5EA3189C7}" type="slidenum">
              <a:rPr lang="es-ES" smtClean="0"/>
              <a:pPr>
                <a:defRPr/>
              </a:pPr>
              <a:t>1</a:t>
            </a:fld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E003EB-6ABF-42AE-BC2A-A70CD902FD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0673" y="358199"/>
            <a:ext cx="8930901" cy="346000"/>
          </a:xfrm>
        </p:spPr>
        <p:txBody>
          <a:bodyPr/>
          <a:lstStyle/>
          <a:p>
            <a:r>
              <a:rPr lang="en-US" sz="1400" dirty="0" err="1"/>
              <a:t>Autores</a:t>
            </a:r>
            <a:endParaRPr lang="en-US" sz="1400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CE7E50C-8524-4D9B-80A9-DB1CB19D6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72" y="67360"/>
            <a:ext cx="8729863" cy="346000"/>
          </a:xfrm>
        </p:spPr>
        <p:txBody>
          <a:bodyPr/>
          <a:lstStyle/>
          <a:p>
            <a:r>
              <a:rPr lang="en-GB" b="1" dirty="0" err="1"/>
              <a:t>Título</a:t>
            </a:r>
            <a:endParaRPr lang="en-US" b="1" dirty="0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A4316CD3-E558-C6FB-3D33-C45273C81655}"/>
              </a:ext>
            </a:extLst>
          </p:cNvPr>
          <p:cNvSpPr/>
          <p:nvPr/>
        </p:nvSpPr>
        <p:spPr>
          <a:xfrm>
            <a:off x="508477" y="906143"/>
            <a:ext cx="2257159" cy="341373"/>
          </a:xfrm>
          <a:prstGeom prst="roundRect">
            <a:avLst/>
          </a:prstGeom>
          <a:solidFill>
            <a:srgbClr val="333699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Problem description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A4FE2466-D473-FD72-7984-16D4EC3CBD4B}"/>
              </a:ext>
            </a:extLst>
          </p:cNvPr>
          <p:cNvSpPr/>
          <p:nvPr/>
        </p:nvSpPr>
        <p:spPr>
          <a:xfrm>
            <a:off x="508477" y="3447143"/>
            <a:ext cx="2257159" cy="341373"/>
          </a:xfrm>
          <a:prstGeom prst="roundRect">
            <a:avLst/>
          </a:prstGeom>
          <a:solidFill>
            <a:srgbClr val="333699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Results and conclusions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9F91DC06-8B5E-0B1A-551B-9B1292CC5325}"/>
              </a:ext>
            </a:extLst>
          </p:cNvPr>
          <p:cNvSpPr/>
          <p:nvPr/>
        </p:nvSpPr>
        <p:spPr>
          <a:xfrm>
            <a:off x="7049731" y="922962"/>
            <a:ext cx="2297470" cy="341373"/>
          </a:xfrm>
          <a:prstGeom prst="roundRect">
            <a:avLst/>
          </a:prstGeom>
          <a:solidFill>
            <a:srgbClr val="333699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Methodology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444D5C6D-003D-15BC-9F8B-0988329155A2}"/>
              </a:ext>
            </a:extLst>
          </p:cNvPr>
          <p:cNvSpPr/>
          <p:nvPr/>
        </p:nvSpPr>
        <p:spPr>
          <a:xfrm>
            <a:off x="7049730" y="1316477"/>
            <a:ext cx="4863411" cy="4988097"/>
          </a:xfrm>
          <a:prstGeom prst="roundRect">
            <a:avLst>
              <a:gd name="adj" fmla="val 3761"/>
            </a:avLst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E445A315-37DD-13FE-C56A-643D150335A8}"/>
              </a:ext>
            </a:extLst>
          </p:cNvPr>
          <p:cNvSpPr/>
          <p:nvPr/>
        </p:nvSpPr>
        <p:spPr>
          <a:xfrm>
            <a:off x="508477" y="1316478"/>
            <a:ext cx="6476400" cy="2084545"/>
          </a:xfrm>
          <a:prstGeom prst="roundRect">
            <a:avLst>
              <a:gd name="adj" fmla="val 3761"/>
            </a:avLst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935192C5-B24C-6EF9-E267-1D359C4A0D4D}"/>
              </a:ext>
            </a:extLst>
          </p:cNvPr>
          <p:cNvSpPr/>
          <p:nvPr/>
        </p:nvSpPr>
        <p:spPr>
          <a:xfrm>
            <a:off x="508476" y="3823938"/>
            <a:ext cx="6476400" cy="2480637"/>
          </a:xfrm>
          <a:prstGeom prst="roundRect">
            <a:avLst>
              <a:gd name="adj" fmla="val 3761"/>
            </a:avLst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8EE70999-C9CD-BF49-E920-F00C166CDA2D}"/>
              </a:ext>
            </a:extLst>
          </p:cNvPr>
          <p:cNvSpPr txBox="1"/>
          <p:nvPr/>
        </p:nvSpPr>
        <p:spPr bwMode="auto">
          <a:xfrm>
            <a:off x="611853" y="1404045"/>
            <a:ext cx="393375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s-CO" sz="2000" dirty="0"/>
              <a:t>Puedes reorganizar los recuadros según necesites</a:t>
            </a:r>
            <a:endParaRPr lang="es-CO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183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54B02E4D-9141-47A9-96FB-08F70F3D93A9}"/>
              </a:ext>
            </a:extLst>
          </p:cNvPr>
          <p:cNvSpPr/>
          <p:nvPr/>
        </p:nvSpPr>
        <p:spPr>
          <a:xfrm>
            <a:off x="7222362" y="6546708"/>
            <a:ext cx="4969638" cy="358242"/>
          </a:xfrm>
          <a:prstGeom prst="rect">
            <a:avLst/>
          </a:prstGeom>
          <a:noFill/>
          <a:ln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7E67C9FD-7798-DACE-437C-10093529FA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CO" sz="1400" dirty="0"/>
              <a:t>Autores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CE7E50C-8524-4D9B-80A9-DB1CB19D6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Título</a:t>
            </a:r>
            <a:endParaRPr lang="en-US" b="1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1524CBF-925D-4519-BA70-28AFB1912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892B8-B69F-4DDB-8EEB-C4A5EA3189C7}" type="slidenum">
              <a:rPr lang="es-ES" smtClean="0"/>
              <a:pPr>
                <a:defRPr/>
              </a:pPr>
              <a:t>2</a:t>
            </a:fld>
            <a:endParaRPr lang="es-ES" dirty="0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A4316CD3-E558-C6FB-3D33-C45273C81655}"/>
              </a:ext>
            </a:extLst>
          </p:cNvPr>
          <p:cNvSpPr/>
          <p:nvPr/>
        </p:nvSpPr>
        <p:spPr>
          <a:xfrm>
            <a:off x="508477" y="906143"/>
            <a:ext cx="2257159" cy="341373"/>
          </a:xfrm>
          <a:prstGeom prst="roundRect">
            <a:avLst/>
          </a:prstGeom>
          <a:solidFill>
            <a:srgbClr val="333699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Problem description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A4FE2466-D473-FD72-7984-16D4EC3CBD4B}"/>
              </a:ext>
            </a:extLst>
          </p:cNvPr>
          <p:cNvSpPr/>
          <p:nvPr/>
        </p:nvSpPr>
        <p:spPr>
          <a:xfrm>
            <a:off x="508477" y="3447143"/>
            <a:ext cx="2257159" cy="341373"/>
          </a:xfrm>
          <a:prstGeom prst="roundRect">
            <a:avLst/>
          </a:prstGeom>
          <a:solidFill>
            <a:srgbClr val="333699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Results and conclusions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9F91DC06-8B5E-0B1A-551B-9B1292CC5325}"/>
              </a:ext>
            </a:extLst>
          </p:cNvPr>
          <p:cNvSpPr/>
          <p:nvPr/>
        </p:nvSpPr>
        <p:spPr>
          <a:xfrm>
            <a:off x="7049731" y="922962"/>
            <a:ext cx="2297470" cy="341373"/>
          </a:xfrm>
          <a:prstGeom prst="roundRect">
            <a:avLst/>
          </a:prstGeom>
          <a:solidFill>
            <a:srgbClr val="333699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/>
              <a:t>Methodology</a:t>
            </a:r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444D5C6D-003D-15BC-9F8B-0988329155A2}"/>
              </a:ext>
            </a:extLst>
          </p:cNvPr>
          <p:cNvSpPr/>
          <p:nvPr/>
        </p:nvSpPr>
        <p:spPr>
          <a:xfrm>
            <a:off x="7049730" y="1316477"/>
            <a:ext cx="4863411" cy="4988097"/>
          </a:xfrm>
          <a:prstGeom prst="roundRect">
            <a:avLst>
              <a:gd name="adj" fmla="val 3761"/>
            </a:avLst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E445A315-37DD-13FE-C56A-643D150335A8}"/>
              </a:ext>
            </a:extLst>
          </p:cNvPr>
          <p:cNvSpPr/>
          <p:nvPr/>
        </p:nvSpPr>
        <p:spPr>
          <a:xfrm>
            <a:off x="508477" y="1316478"/>
            <a:ext cx="6476400" cy="2084545"/>
          </a:xfrm>
          <a:prstGeom prst="roundRect">
            <a:avLst>
              <a:gd name="adj" fmla="val 3761"/>
            </a:avLst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935192C5-B24C-6EF9-E267-1D359C4A0D4D}"/>
              </a:ext>
            </a:extLst>
          </p:cNvPr>
          <p:cNvSpPr/>
          <p:nvPr/>
        </p:nvSpPr>
        <p:spPr>
          <a:xfrm>
            <a:off x="508476" y="3823938"/>
            <a:ext cx="6476400" cy="2480637"/>
          </a:xfrm>
          <a:prstGeom prst="roundRect">
            <a:avLst>
              <a:gd name="adj" fmla="val 3761"/>
            </a:avLst>
          </a:pr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8EE70999-C9CD-BF49-E920-F00C166CDA2D}"/>
              </a:ext>
            </a:extLst>
          </p:cNvPr>
          <p:cNvSpPr txBox="1"/>
          <p:nvPr/>
        </p:nvSpPr>
        <p:spPr bwMode="auto">
          <a:xfrm>
            <a:off x="650376" y="1506487"/>
            <a:ext cx="393375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s-CO" sz="2000" dirty="0"/>
              <a:t>Puedes reorganizar los recuadros según necesites</a:t>
            </a:r>
            <a:endParaRPr lang="es-CO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1780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3"/>
          <p:cNvSpPr>
            <a:spLocks noChangeArrowheads="1"/>
          </p:cNvSpPr>
          <p:nvPr/>
        </p:nvSpPr>
        <p:spPr bwMode="auto">
          <a:xfrm>
            <a:off x="2451027" y="3509211"/>
            <a:ext cx="3888556" cy="912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http://copa.uniandes.edu.co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+mn-cs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DC5B902-6237-419E-A0FC-ADAD7998722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3200"/>
              <a:t>Q&amp;A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FE4004-213F-45CE-8AA5-7DD324AB2ED9}" type="slidenum">
              <a:rPr kumimoji="0" lang="es-ES" sz="1051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ES" sz="105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474134" y="188686"/>
            <a:ext cx="10169993" cy="846926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j-ea"/>
              <a:cs typeface="+mj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805C62E-CCB0-455C-A8C5-394CA83C54E7}"/>
              </a:ext>
            </a:extLst>
          </p:cNvPr>
          <p:cNvSpPr txBox="1"/>
          <p:nvPr/>
        </p:nvSpPr>
        <p:spPr bwMode="auto">
          <a:xfrm>
            <a:off x="3018747" y="1080747"/>
            <a:ext cx="589891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Thanks!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Questions?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2F74D52-779E-4858-9962-AE416D06B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747" y="2644452"/>
            <a:ext cx="2741845" cy="963116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8B5DF442-F648-4380-B438-DCEB8A13BADF}"/>
              </a:ext>
            </a:extLst>
          </p:cNvPr>
          <p:cNvSpPr txBox="1"/>
          <p:nvPr/>
        </p:nvSpPr>
        <p:spPr bwMode="auto">
          <a:xfrm>
            <a:off x="6752410" y="3793034"/>
            <a:ext cx="2923673" cy="319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http://pylo.uniandes.edu.co</a:t>
            </a:r>
          </a:p>
        </p:txBody>
      </p:sp>
      <p:pic>
        <p:nvPicPr>
          <p:cNvPr id="2" name="Imagen 6" descr="Imagen que contiene Forma&#10;&#10;Descripción generada automáticamente">
            <a:extLst>
              <a:ext uri="{FF2B5EF4-FFF2-40B4-BE49-F238E27FC236}">
                <a16:creationId xmlns:a16="http://schemas.microsoft.com/office/drawing/2014/main" id="{C93305B3-3BD1-A404-5381-F96464EBD6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4748" y="2648376"/>
            <a:ext cx="2743200" cy="788205"/>
          </a:xfrm>
          <a:prstGeom prst="rect">
            <a:avLst/>
          </a:prstGeom>
        </p:spPr>
      </p:pic>
      <p:pic>
        <p:nvPicPr>
          <p:cNvPr id="7" name="Imagen 7" descr="Código QR&#10;&#10;Descripción generada automáticamente">
            <a:extLst>
              <a:ext uri="{FF2B5EF4-FFF2-40B4-BE49-F238E27FC236}">
                <a16:creationId xmlns:a16="http://schemas.microsoft.com/office/drawing/2014/main" id="{B0729D74-63DE-65AC-837A-24BC9628A0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4123" y="4228341"/>
            <a:ext cx="2200275" cy="2200275"/>
          </a:xfrm>
          <a:prstGeom prst="rect">
            <a:avLst/>
          </a:prstGeom>
        </p:spPr>
      </p:pic>
      <p:pic>
        <p:nvPicPr>
          <p:cNvPr id="8" name="Imagen 9" descr="Código QR&#10;&#10;Descripción generada automáticamente">
            <a:extLst>
              <a:ext uri="{FF2B5EF4-FFF2-40B4-BE49-F238E27FC236}">
                <a16:creationId xmlns:a16="http://schemas.microsoft.com/office/drawing/2014/main" id="{AD4244FA-705F-69CB-DEDB-3D358FD09A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4748" y="3948383"/>
            <a:ext cx="2743200" cy="260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376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DC5B902-6237-419E-A0FC-ADAD7998722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sz="3200"/>
              <a:t>Q&amp;A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FE4004-213F-45CE-8AA5-7DD324AB2ED9}" type="slidenum">
              <a:rPr kumimoji="0" lang="es-ES" sz="1051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ES" sz="105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474134" y="188686"/>
            <a:ext cx="10169993" cy="846926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j-ea"/>
              <a:cs typeface="+mj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B5DF442-F648-4380-B438-DCEB8A13BADF}"/>
              </a:ext>
            </a:extLst>
          </p:cNvPr>
          <p:cNvSpPr txBox="1"/>
          <p:nvPr/>
        </p:nvSpPr>
        <p:spPr bwMode="auto">
          <a:xfrm>
            <a:off x="7253521" y="2956111"/>
            <a:ext cx="2923673" cy="319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Light"/>
                <a:ea typeface="+mn-ea"/>
                <a:cs typeface="Calibri Light"/>
              </a:rPr>
              <a:t>http://pylo.uniandes.edu.co</a:t>
            </a:r>
          </a:p>
        </p:txBody>
      </p:sp>
      <p:pic>
        <p:nvPicPr>
          <p:cNvPr id="2" name="Imagen 6" descr="Imagen que contiene Forma&#10;&#10;Descripción generada automáticamente">
            <a:extLst>
              <a:ext uri="{FF2B5EF4-FFF2-40B4-BE49-F238E27FC236}">
                <a16:creationId xmlns:a16="http://schemas.microsoft.com/office/drawing/2014/main" id="{C93305B3-3BD1-A404-5381-F96464EBD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859" y="1811453"/>
            <a:ext cx="2743200" cy="788205"/>
          </a:xfrm>
          <a:prstGeom prst="rect">
            <a:avLst/>
          </a:prstGeom>
        </p:spPr>
      </p:pic>
      <p:pic>
        <p:nvPicPr>
          <p:cNvPr id="8" name="Imagen 9" descr="Código QR&#10;&#10;Descripción generada automáticamente">
            <a:extLst>
              <a:ext uri="{FF2B5EF4-FFF2-40B4-BE49-F238E27FC236}">
                <a16:creationId xmlns:a16="http://schemas.microsoft.com/office/drawing/2014/main" id="{AD4244FA-705F-69CB-DEDB-3D358FD09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5859" y="3111460"/>
            <a:ext cx="2743200" cy="2605581"/>
          </a:xfrm>
          <a:prstGeom prst="rect">
            <a:avLst/>
          </a:prstGeom>
        </p:spPr>
      </p:pic>
      <p:pic>
        <p:nvPicPr>
          <p:cNvPr id="4" name="Imagen 9" descr="Logotipo&#10;&#10;Descripción generada automáticamente">
            <a:extLst>
              <a:ext uri="{FF2B5EF4-FFF2-40B4-BE49-F238E27FC236}">
                <a16:creationId xmlns:a16="http://schemas.microsoft.com/office/drawing/2014/main" id="{DACDD67F-BC79-E788-64DA-17B47B78CC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4429" y="2057400"/>
            <a:ext cx="2743200" cy="2743200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D733A09A-BD9E-7A68-E2CF-8DCBA0FE6544}"/>
              </a:ext>
            </a:extLst>
          </p:cNvPr>
          <p:cNvSpPr/>
          <p:nvPr/>
        </p:nvSpPr>
        <p:spPr>
          <a:xfrm>
            <a:off x="180673" y="1156938"/>
            <a:ext cx="3384376" cy="30243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n 9" descr="Logotipo&#10;&#10;Descripción generada automáticamente">
            <a:extLst>
              <a:ext uri="{FF2B5EF4-FFF2-40B4-BE49-F238E27FC236}">
                <a16:creationId xmlns:a16="http://schemas.microsoft.com/office/drawing/2014/main" id="{C42CA751-ACFB-C2C3-C16D-4CF26FD11AF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250" b="90000" l="10000" r="90000">
                        <a14:foregroundMark x1="50250" y1="46250" x2="50250" y2="46250"/>
                        <a14:foregroundMark x1="51000" y1="70750" x2="51000" y2="70750"/>
                        <a14:foregroundMark x1="58750" y1="70250" x2="58750" y2="70250"/>
                        <a14:foregroundMark x1="42250" y1="72500" x2="42250" y2="72500"/>
                        <a14:foregroundMark x1="33750" y1="72500" x2="33750" y2="72500"/>
                        <a14:foregroundMark x1="60000" y1="12500" x2="60000" y2="12500"/>
                        <a14:foregroundMark x1="63750" y1="16750" x2="63750" y2="16750"/>
                        <a14:foregroundMark x1="64750" y1="21750" x2="64750" y2="21750"/>
                        <a14:foregroundMark x1="64750" y1="23750" x2="64750" y2="23750"/>
                        <a14:foregroundMark x1="55000" y1="10000" x2="55000" y2="10000"/>
                        <a14:foregroundMark x1="54000" y1="9750" x2="54000" y2="9750"/>
                        <a14:foregroundMark x1="57500" y1="10750" x2="57500" y2="10750"/>
                        <a14:foregroundMark x1="46750" y1="9750" x2="46750" y2="9750"/>
                        <a14:foregroundMark x1="49750" y1="9250" x2="49750" y2="9250"/>
                        <a14:foregroundMark x1="51500" y1="9500" x2="51500" y2="9500"/>
                        <a14:foregroundMark x1="37500" y1="23250" x2="37500" y2="23250"/>
                        <a14:backgroundMark x1="61750" y1="70750" x2="61750" y2="70750"/>
                        <a14:backgroundMark x1="49500" y1="42000" x2="49500" y2="42000"/>
                        <a14:backgroundMark x1="39000" y1="19250" x2="39000" y2="19250"/>
                      </a14:backgroundRemoval>
                    </a14:imgEffect>
                  </a14:imgLayer>
                </a14:imgProps>
              </a:ext>
            </a:extLst>
          </a:blip>
          <a:srcRect l="25145" t="7410" r="23234" b="18841"/>
          <a:stretch/>
        </p:blipFill>
        <p:spPr>
          <a:xfrm>
            <a:off x="1025008" y="1528874"/>
            <a:ext cx="1722739" cy="228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113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7FC502C1-21B8-4404-801F-F89D3183B181}"/>
              </a:ext>
            </a:extLst>
          </p:cNvPr>
          <p:cNvSpPr/>
          <p:nvPr/>
        </p:nvSpPr>
        <p:spPr>
          <a:xfrm>
            <a:off x="246753" y="162094"/>
            <a:ext cx="3384376" cy="302433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EA807636-7B57-422F-8439-9C22FAB17E27}"/>
              </a:ext>
            </a:extLst>
          </p:cNvPr>
          <p:cNvGrpSpPr/>
          <p:nvPr/>
        </p:nvGrpSpPr>
        <p:grpSpPr>
          <a:xfrm>
            <a:off x="642795" y="450126"/>
            <a:ext cx="2613133" cy="1323439"/>
            <a:chOff x="1979711" y="1988840"/>
            <a:chExt cx="2613133" cy="1323439"/>
          </a:xfrm>
        </p:grpSpPr>
        <p:sp>
          <p:nvSpPr>
            <p:cNvPr id="5" name="Forma libre: forma 4">
              <a:extLst>
                <a:ext uri="{FF2B5EF4-FFF2-40B4-BE49-F238E27FC236}">
                  <a16:creationId xmlns:a16="http://schemas.microsoft.com/office/drawing/2014/main" id="{6CC2CCE2-69E9-4E6A-B225-BBF91FA5AB2D}"/>
                </a:ext>
              </a:extLst>
            </p:cNvPr>
            <p:cNvSpPr/>
            <p:nvPr/>
          </p:nvSpPr>
          <p:spPr>
            <a:xfrm>
              <a:off x="1979711" y="2276871"/>
              <a:ext cx="472153" cy="800557"/>
            </a:xfrm>
            <a:custGeom>
              <a:avLst/>
              <a:gdLst>
                <a:gd name="connsiteX0" fmla="*/ 603019 w 2640879"/>
                <a:gd name="connsiteY0" fmla="*/ 0 h 4598505"/>
                <a:gd name="connsiteX1" fmla="*/ 1239124 w 2640879"/>
                <a:gd name="connsiteY1" fmla="*/ 463826 h 4598505"/>
                <a:gd name="connsiteX2" fmla="*/ 26550 w 2640879"/>
                <a:gd name="connsiteY2" fmla="*/ 2445026 h 4598505"/>
                <a:gd name="connsiteX3" fmla="*/ 2623976 w 2640879"/>
                <a:gd name="connsiteY3" fmla="*/ 1762539 h 4598505"/>
                <a:gd name="connsiteX4" fmla="*/ 1166237 w 2640879"/>
                <a:gd name="connsiteY4" fmla="*/ 3836505 h 4598505"/>
                <a:gd name="connsiteX5" fmla="*/ 1557176 w 2640879"/>
                <a:gd name="connsiteY5" fmla="*/ 4598505 h 4598505"/>
                <a:gd name="connsiteX0" fmla="*/ 600735 w 2638595"/>
                <a:gd name="connsiteY0" fmla="*/ 0 h 4598505"/>
                <a:gd name="connsiteX1" fmla="*/ 1283223 w 2638595"/>
                <a:gd name="connsiteY1" fmla="*/ 523461 h 4598505"/>
                <a:gd name="connsiteX2" fmla="*/ 24266 w 2638595"/>
                <a:gd name="connsiteY2" fmla="*/ 2445026 h 4598505"/>
                <a:gd name="connsiteX3" fmla="*/ 2621692 w 2638595"/>
                <a:gd name="connsiteY3" fmla="*/ 1762539 h 4598505"/>
                <a:gd name="connsiteX4" fmla="*/ 1163953 w 2638595"/>
                <a:gd name="connsiteY4" fmla="*/ 3836505 h 4598505"/>
                <a:gd name="connsiteX5" fmla="*/ 1554892 w 2638595"/>
                <a:gd name="connsiteY5" fmla="*/ 4598505 h 4598505"/>
                <a:gd name="connsiteX0" fmla="*/ 600735 w 2638595"/>
                <a:gd name="connsiteY0" fmla="*/ 0 h 4598505"/>
                <a:gd name="connsiteX1" fmla="*/ 1283223 w 2638595"/>
                <a:gd name="connsiteY1" fmla="*/ 523461 h 4598505"/>
                <a:gd name="connsiteX2" fmla="*/ 24266 w 2638595"/>
                <a:gd name="connsiteY2" fmla="*/ 2445026 h 4598505"/>
                <a:gd name="connsiteX3" fmla="*/ 2621692 w 2638595"/>
                <a:gd name="connsiteY3" fmla="*/ 1762539 h 4598505"/>
                <a:gd name="connsiteX4" fmla="*/ 1163953 w 2638595"/>
                <a:gd name="connsiteY4" fmla="*/ 3836505 h 4598505"/>
                <a:gd name="connsiteX5" fmla="*/ 1554892 w 2638595"/>
                <a:gd name="connsiteY5" fmla="*/ 4598505 h 4598505"/>
                <a:gd name="connsiteX0" fmla="*/ 598770 w 2636630"/>
                <a:gd name="connsiteY0" fmla="*/ 0 h 4598505"/>
                <a:gd name="connsiteX1" fmla="*/ 1281258 w 2636630"/>
                <a:gd name="connsiteY1" fmla="*/ 523461 h 4598505"/>
                <a:gd name="connsiteX2" fmla="*/ 22301 w 2636630"/>
                <a:gd name="connsiteY2" fmla="*/ 2445026 h 4598505"/>
                <a:gd name="connsiteX3" fmla="*/ 2619727 w 2636630"/>
                <a:gd name="connsiteY3" fmla="*/ 1762539 h 4598505"/>
                <a:gd name="connsiteX4" fmla="*/ 1161988 w 2636630"/>
                <a:gd name="connsiteY4" fmla="*/ 3836505 h 4598505"/>
                <a:gd name="connsiteX5" fmla="*/ 1552927 w 2636630"/>
                <a:gd name="connsiteY5" fmla="*/ 4598505 h 4598505"/>
                <a:gd name="connsiteX0" fmla="*/ 576469 w 2614329"/>
                <a:gd name="connsiteY0" fmla="*/ 0 h 4598505"/>
                <a:gd name="connsiteX1" fmla="*/ 1258957 w 2614329"/>
                <a:gd name="connsiteY1" fmla="*/ 523461 h 4598505"/>
                <a:gd name="connsiteX2" fmla="*/ 0 w 2614329"/>
                <a:gd name="connsiteY2" fmla="*/ 2445026 h 4598505"/>
                <a:gd name="connsiteX3" fmla="*/ 2597426 w 2614329"/>
                <a:gd name="connsiteY3" fmla="*/ 1762539 h 4598505"/>
                <a:gd name="connsiteX4" fmla="*/ 1139687 w 2614329"/>
                <a:gd name="connsiteY4" fmla="*/ 3836505 h 4598505"/>
                <a:gd name="connsiteX5" fmla="*/ 1530626 w 2614329"/>
                <a:gd name="connsiteY5" fmla="*/ 4598505 h 4598505"/>
                <a:gd name="connsiteX0" fmla="*/ 576469 w 2614329"/>
                <a:gd name="connsiteY0" fmla="*/ 0 h 4598505"/>
                <a:gd name="connsiteX1" fmla="*/ 1258957 w 2614329"/>
                <a:gd name="connsiteY1" fmla="*/ 523461 h 4598505"/>
                <a:gd name="connsiteX2" fmla="*/ 0 w 2614329"/>
                <a:gd name="connsiteY2" fmla="*/ 2445026 h 4598505"/>
                <a:gd name="connsiteX3" fmla="*/ 2597426 w 2614329"/>
                <a:gd name="connsiteY3" fmla="*/ 1762539 h 4598505"/>
                <a:gd name="connsiteX4" fmla="*/ 1139687 w 2614329"/>
                <a:gd name="connsiteY4" fmla="*/ 3836505 h 4598505"/>
                <a:gd name="connsiteX5" fmla="*/ 1530626 w 2614329"/>
                <a:gd name="connsiteY5" fmla="*/ 4598505 h 4598505"/>
                <a:gd name="connsiteX0" fmla="*/ 576469 w 2614329"/>
                <a:gd name="connsiteY0" fmla="*/ 0 h 4598505"/>
                <a:gd name="connsiteX1" fmla="*/ 1258957 w 2614329"/>
                <a:gd name="connsiteY1" fmla="*/ 523461 h 4598505"/>
                <a:gd name="connsiteX2" fmla="*/ 0 w 2614329"/>
                <a:gd name="connsiteY2" fmla="*/ 2445026 h 4598505"/>
                <a:gd name="connsiteX3" fmla="*/ 2597426 w 2614329"/>
                <a:gd name="connsiteY3" fmla="*/ 1762539 h 4598505"/>
                <a:gd name="connsiteX4" fmla="*/ 1139687 w 2614329"/>
                <a:gd name="connsiteY4" fmla="*/ 3836505 h 4598505"/>
                <a:gd name="connsiteX5" fmla="*/ 1530626 w 2614329"/>
                <a:gd name="connsiteY5" fmla="*/ 4598505 h 4598505"/>
                <a:gd name="connsiteX0" fmla="*/ 576469 w 2597426"/>
                <a:gd name="connsiteY0" fmla="*/ 0 h 4598505"/>
                <a:gd name="connsiteX1" fmla="*/ 1258957 w 2597426"/>
                <a:gd name="connsiteY1" fmla="*/ 523461 h 4598505"/>
                <a:gd name="connsiteX2" fmla="*/ 0 w 2597426"/>
                <a:gd name="connsiteY2" fmla="*/ 2445026 h 4598505"/>
                <a:gd name="connsiteX3" fmla="*/ 2597426 w 2597426"/>
                <a:gd name="connsiteY3" fmla="*/ 1762539 h 4598505"/>
                <a:gd name="connsiteX4" fmla="*/ 1139687 w 2597426"/>
                <a:gd name="connsiteY4" fmla="*/ 3836505 h 4598505"/>
                <a:gd name="connsiteX5" fmla="*/ 1530626 w 2597426"/>
                <a:gd name="connsiteY5" fmla="*/ 4598505 h 4598505"/>
                <a:gd name="connsiteX0" fmla="*/ 576469 w 2597426"/>
                <a:gd name="connsiteY0" fmla="*/ 0 h 4598505"/>
                <a:gd name="connsiteX1" fmla="*/ 1258957 w 2597426"/>
                <a:gd name="connsiteY1" fmla="*/ 523461 h 4598505"/>
                <a:gd name="connsiteX2" fmla="*/ 0 w 2597426"/>
                <a:gd name="connsiteY2" fmla="*/ 2445026 h 4598505"/>
                <a:gd name="connsiteX3" fmla="*/ 2597426 w 2597426"/>
                <a:gd name="connsiteY3" fmla="*/ 1762539 h 4598505"/>
                <a:gd name="connsiteX4" fmla="*/ 1133061 w 2597426"/>
                <a:gd name="connsiteY4" fmla="*/ 3624470 h 4598505"/>
                <a:gd name="connsiteX5" fmla="*/ 1530626 w 2597426"/>
                <a:gd name="connsiteY5" fmla="*/ 4598505 h 4598505"/>
                <a:gd name="connsiteX0" fmla="*/ 576469 w 2597426"/>
                <a:gd name="connsiteY0" fmla="*/ 0 h 4532244"/>
                <a:gd name="connsiteX1" fmla="*/ 1258957 w 2597426"/>
                <a:gd name="connsiteY1" fmla="*/ 523461 h 4532244"/>
                <a:gd name="connsiteX2" fmla="*/ 0 w 2597426"/>
                <a:gd name="connsiteY2" fmla="*/ 2445026 h 4532244"/>
                <a:gd name="connsiteX3" fmla="*/ 2597426 w 2597426"/>
                <a:gd name="connsiteY3" fmla="*/ 1762539 h 4532244"/>
                <a:gd name="connsiteX4" fmla="*/ 1133061 w 2597426"/>
                <a:gd name="connsiteY4" fmla="*/ 3624470 h 4532244"/>
                <a:gd name="connsiteX5" fmla="*/ 1583634 w 2597426"/>
                <a:gd name="connsiteY5" fmla="*/ 4532244 h 4532244"/>
                <a:gd name="connsiteX0" fmla="*/ 589721 w 2597426"/>
                <a:gd name="connsiteY0" fmla="*/ 0 h 4525618"/>
                <a:gd name="connsiteX1" fmla="*/ 1258957 w 2597426"/>
                <a:gd name="connsiteY1" fmla="*/ 516835 h 4525618"/>
                <a:gd name="connsiteX2" fmla="*/ 0 w 2597426"/>
                <a:gd name="connsiteY2" fmla="*/ 2438400 h 4525618"/>
                <a:gd name="connsiteX3" fmla="*/ 2597426 w 2597426"/>
                <a:gd name="connsiteY3" fmla="*/ 1755913 h 4525618"/>
                <a:gd name="connsiteX4" fmla="*/ 1133061 w 2597426"/>
                <a:gd name="connsiteY4" fmla="*/ 3617844 h 4525618"/>
                <a:gd name="connsiteX5" fmla="*/ 1583634 w 2597426"/>
                <a:gd name="connsiteY5" fmla="*/ 4525618 h 4525618"/>
                <a:gd name="connsiteX0" fmla="*/ 589721 w 2597426"/>
                <a:gd name="connsiteY0" fmla="*/ 2842 h 4528460"/>
                <a:gd name="connsiteX1" fmla="*/ 1258957 w 2597426"/>
                <a:gd name="connsiteY1" fmla="*/ 519677 h 4528460"/>
                <a:gd name="connsiteX2" fmla="*/ 0 w 2597426"/>
                <a:gd name="connsiteY2" fmla="*/ 2441242 h 4528460"/>
                <a:gd name="connsiteX3" fmla="*/ 2597426 w 2597426"/>
                <a:gd name="connsiteY3" fmla="*/ 1758755 h 4528460"/>
                <a:gd name="connsiteX4" fmla="*/ 1133061 w 2597426"/>
                <a:gd name="connsiteY4" fmla="*/ 3620686 h 4528460"/>
                <a:gd name="connsiteX5" fmla="*/ 1583634 w 2597426"/>
                <a:gd name="connsiteY5" fmla="*/ 4528460 h 4528460"/>
                <a:gd name="connsiteX0" fmla="*/ 589721 w 2597426"/>
                <a:gd name="connsiteY0" fmla="*/ 1852 h 4527470"/>
                <a:gd name="connsiteX1" fmla="*/ 1258957 w 2597426"/>
                <a:gd name="connsiteY1" fmla="*/ 518687 h 4527470"/>
                <a:gd name="connsiteX2" fmla="*/ 0 w 2597426"/>
                <a:gd name="connsiteY2" fmla="*/ 2440252 h 4527470"/>
                <a:gd name="connsiteX3" fmla="*/ 2597426 w 2597426"/>
                <a:gd name="connsiteY3" fmla="*/ 1757765 h 4527470"/>
                <a:gd name="connsiteX4" fmla="*/ 1133061 w 2597426"/>
                <a:gd name="connsiteY4" fmla="*/ 3619696 h 4527470"/>
                <a:gd name="connsiteX5" fmla="*/ 1583634 w 2597426"/>
                <a:gd name="connsiteY5" fmla="*/ 4527470 h 4527470"/>
                <a:gd name="connsiteX0" fmla="*/ 596347 w 2597426"/>
                <a:gd name="connsiteY0" fmla="*/ 2148 h 4594027"/>
                <a:gd name="connsiteX1" fmla="*/ 1258957 w 2597426"/>
                <a:gd name="connsiteY1" fmla="*/ 585244 h 4594027"/>
                <a:gd name="connsiteX2" fmla="*/ 0 w 2597426"/>
                <a:gd name="connsiteY2" fmla="*/ 2506809 h 4594027"/>
                <a:gd name="connsiteX3" fmla="*/ 2597426 w 2597426"/>
                <a:gd name="connsiteY3" fmla="*/ 1824322 h 4594027"/>
                <a:gd name="connsiteX4" fmla="*/ 1133061 w 2597426"/>
                <a:gd name="connsiteY4" fmla="*/ 3686253 h 4594027"/>
                <a:gd name="connsiteX5" fmla="*/ 1583634 w 2597426"/>
                <a:gd name="connsiteY5" fmla="*/ 4594027 h 4594027"/>
                <a:gd name="connsiteX0" fmla="*/ 596347 w 2597426"/>
                <a:gd name="connsiteY0" fmla="*/ 0 h 4591879"/>
                <a:gd name="connsiteX1" fmla="*/ 1258957 w 2597426"/>
                <a:gd name="connsiteY1" fmla="*/ 583096 h 4591879"/>
                <a:gd name="connsiteX2" fmla="*/ 0 w 2597426"/>
                <a:gd name="connsiteY2" fmla="*/ 2504661 h 4591879"/>
                <a:gd name="connsiteX3" fmla="*/ 2597426 w 2597426"/>
                <a:gd name="connsiteY3" fmla="*/ 1822174 h 4591879"/>
                <a:gd name="connsiteX4" fmla="*/ 1133061 w 2597426"/>
                <a:gd name="connsiteY4" fmla="*/ 3684105 h 4591879"/>
                <a:gd name="connsiteX5" fmla="*/ 1583634 w 2597426"/>
                <a:gd name="connsiteY5" fmla="*/ 4591879 h 4591879"/>
                <a:gd name="connsiteX0" fmla="*/ 596347 w 2597426"/>
                <a:gd name="connsiteY0" fmla="*/ 0 h 4591879"/>
                <a:gd name="connsiteX1" fmla="*/ 1258957 w 2597426"/>
                <a:gd name="connsiteY1" fmla="*/ 583096 h 4591879"/>
                <a:gd name="connsiteX2" fmla="*/ 0 w 2597426"/>
                <a:gd name="connsiteY2" fmla="*/ 2504661 h 4591879"/>
                <a:gd name="connsiteX3" fmla="*/ 2597426 w 2597426"/>
                <a:gd name="connsiteY3" fmla="*/ 1822174 h 4591879"/>
                <a:gd name="connsiteX4" fmla="*/ 1133061 w 2597426"/>
                <a:gd name="connsiteY4" fmla="*/ 3684105 h 4591879"/>
                <a:gd name="connsiteX5" fmla="*/ 1583634 w 2597426"/>
                <a:gd name="connsiteY5" fmla="*/ 4591879 h 4591879"/>
                <a:gd name="connsiteX0" fmla="*/ 596347 w 2597426"/>
                <a:gd name="connsiteY0" fmla="*/ 0 h 4545497"/>
                <a:gd name="connsiteX1" fmla="*/ 1258957 w 2597426"/>
                <a:gd name="connsiteY1" fmla="*/ 536714 h 4545497"/>
                <a:gd name="connsiteX2" fmla="*/ 0 w 2597426"/>
                <a:gd name="connsiteY2" fmla="*/ 2458279 h 4545497"/>
                <a:gd name="connsiteX3" fmla="*/ 2597426 w 2597426"/>
                <a:gd name="connsiteY3" fmla="*/ 1775792 h 4545497"/>
                <a:gd name="connsiteX4" fmla="*/ 1133061 w 2597426"/>
                <a:gd name="connsiteY4" fmla="*/ 3637723 h 4545497"/>
                <a:gd name="connsiteX5" fmla="*/ 1583634 w 2597426"/>
                <a:gd name="connsiteY5" fmla="*/ 4545497 h 4545497"/>
                <a:gd name="connsiteX0" fmla="*/ 596347 w 2597426"/>
                <a:gd name="connsiteY0" fmla="*/ 0 h 4545497"/>
                <a:gd name="connsiteX1" fmla="*/ 1258957 w 2597426"/>
                <a:gd name="connsiteY1" fmla="*/ 536714 h 4545497"/>
                <a:gd name="connsiteX2" fmla="*/ 0 w 2597426"/>
                <a:gd name="connsiteY2" fmla="*/ 2458279 h 4545497"/>
                <a:gd name="connsiteX3" fmla="*/ 2597426 w 2597426"/>
                <a:gd name="connsiteY3" fmla="*/ 1775792 h 4545497"/>
                <a:gd name="connsiteX4" fmla="*/ 1133061 w 2597426"/>
                <a:gd name="connsiteY4" fmla="*/ 3637723 h 4545497"/>
                <a:gd name="connsiteX5" fmla="*/ 1583634 w 2597426"/>
                <a:gd name="connsiteY5" fmla="*/ 4545497 h 4545497"/>
                <a:gd name="connsiteX0" fmla="*/ 629477 w 2597426"/>
                <a:gd name="connsiteY0" fmla="*/ 0 h 4611758"/>
                <a:gd name="connsiteX1" fmla="*/ 1258957 w 2597426"/>
                <a:gd name="connsiteY1" fmla="*/ 602975 h 4611758"/>
                <a:gd name="connsiteX2" fmla="*/ 0 w 2597426"/>
                <a:gd name="connsiteY2" fmla="*/ 2524540 h 4611758"/>
                <a:gd name="connsiteX3" fmla="*/ 2597426 w 2597426"/>
                <a:gd name="connsiteY3" fmla="*/ 1842053 h 4611758"/>
                <a:gd name="connsiteX4" fmla="*/ 1133061 w 2597426"/>
                <a:gd name="connsiteY4" fmla="*/ 3703984 h 4611758"/>
                <a:gd name="connsiteX5" fmla="*/ 1583634 w 2597426"/>
                <a:gd name="connsiteY5" fmla="*/ 4611758 h 4611758"/>
                <a:gd name="connsiteX0" fmla="*/ 629477 w 2597426"/>
                <a:gd name="connsiteY0" fmla="*/ 0 h 4611758"/>
                <a:gd name="connsiteX1" fmla="*/ 1258957 w 2597426"/>
                <a:gd name="connsiteY1" fmla="*/ 602975 h 4611758"/>
                <a:gd name="connsiteX2" fmla="*/ 0 w 2597426"/>
                <a:gd name="connsiteY2" fmla="*/ 2524540 h 4611758"/>
                <a:gd name="connsiteX3" fmla="*/ 2597426 w 2597426"/>
                <a:gd name="connsiteY3" fmla="*/ 1842053 h 4611758"/>
                <a:gd name="connsiteX4" fmla="*/ 1133061 w 2597426"/>
                <a:gd name="connsiteY4" fmla="*/ 3703984 h 4611758"/>
                <a:gd name="connsiteX5" fmla="*/ 1583634 w 2597426"/>
                <a:gd name="connsiteY5" fmla="*/ 4611758 h 4611758"/>
                <a:gd name="connsiteX0" fmla="*/ 629477 w 2597426"/>
                <a:gd name="connsiteY0" fmla="*/ 0 h 4611758"/>
                <a:gd name="connsiteX1" fmla="*/ 1258957 w 2597426"/>
                <a:gd name="connsiteY1" fmla="*/ 602975 h 4611758"/>
                <a:gd name="connsiteX2" fmla="*/ 0 w 2597426"/>
                <a:gd name="connsiteY2" fmla="*/ 2524540 h 4611758"/>
                <a:gd name="connsiteX3" fmla="*/ 2597426 w 2597426"/>
                <a:gd name="connsiteY3" fmla="*/ 1842053 h 4611758"/>
                <a:gd name="connsiteX4" fmla="*/ 1133061 w 2597426"/>
                <a:gd name="connsiteY4" fmla="*/ 3703984 h 4611758"/>
                <a:gd name="connsiteX5" fmla="*/ 1583634 w 2597426"/>
                <a:gd name="connsiteY5" fmla="*/ 4611758 h 4611758"/>
                <a:gd name="connsiteX0" fmla="*/ 596347 w 2597426"/>
                <a:gd name="connsiteY0" fmla="*/ 0 h 4572001"/>
                <a:gd name="connsiteX1" fmla="*/ 1258957 w 2597426"/>
                <a:gd name="connsiteY1" fmla="*/ 563218 h 4572001"/>
                <a:gd name="connsiteX2" fmla="*/ 0 w 2597426"/>
                <a:gd name="connsiteY2" fmla="*/ 2484783 h 4572001"/>
                <a:gd name="connsiteX3" fmla="*/ 2597426 w 2597426"/>
                <a:gd name="connsiteY3" fmla="*/ 1802296 h 4572001"/>
                <a:gd name="connsiteX4" fmla="*/ 1133061 w 2597426"/>
                <a:gd name="connsiteY4" fmla="*/ 3664227 h 4572001"/>
                <a:gd name="connsiteX5" fmla="*/ 1583634 w 2597426"/>
                <a:gd name="connsiteY5" fmla="*/ 4572001 h 4572001"/>
                <a:gd name="connsiteX0" fmla="*/ 596347 w 2597426"/>
                <a:gd name="connsiteY0" fmla="*/ 0 h 4572001"/>
                <a:gd name="connsiteX1" fmla="*/ 1258957 w 2597426"/>
                <a:gd name="connsiteY1" fmla="*/ 563218 h 4572001"/>
                <a:gd name="connsiteX2" fmla="*/ 0 w 2597426"/>
                <a:gd name="connsiteY2" fmla="*/ 2484783 h 4572001"/>
                <a:gd name="connsiteX3" fmla="*/ 2597426 w 2597426"/>
                <a:gd name="connsiteY3" fmla="*/ 1802296 h 4572001"/>
                <a:gd name="connsiteX4" fmla="*/ 1133061 w 2597426"/>
                <a:gd name="connsiteY4" fmla="*/ 3664227 h 4572001"/>
                <a:gd name="connsiteX5" fmla="*/ 1583634 w 2597426"/>
                <a:gd name="connsiteY5" fmla="*/ 4572001 h 4572001"/>
                <a:gd name="connsiteX0" fmla="*/ 596347 w 2597426"/>
                <a:gd name="connsiteY0" fmla="*/ 0 h 4572001"/>
                <a:gd name="connsiteX1" fmla="*/ 1225827 w 2597426"/>
                <a:gd name="connsiteY1" fmla="*/ 642731 h 4572001"/>
                <a:gd name="connsiteX2" fmla="*/ 0 w 2597426"/>
                <a:gd name="connsiteY2" fmla="*/ 2484783 h 4572001"/>
                <a:gd name="connsiteX3" fmla="*/ 2597426 w 2597426"/>
                <a:gd name="connsiteY3" fmla="*/ 1802296 h 4572001"/>
                <a:gd name="connsiteX4" fmla="*/ 1133061 w 2597426"/>
                <a:gd name="connsiteY4" fmla="*/ 3664227 h 4572001"/>
                <a:gd name="connsiteX5" fmla="*/ 1583634 w 2597426"/>
                <a:gd name="connsiteY5" fmla="*/ 4572001 h 4572001"/>
                <a:gd name="connsiteX0" fmla="*/ 496956 w 2597426"/>
                <a:gd name="connsiteY0" fmla="*/ 0 h 4598505"/>
                <a:gd name="connsiteX1" fmla="*/ 1225827 w 2597426"/>
                <a:gd name="connsiteY1" fmla="*/ 669235 h 4598505"/>
                <a:gd name="connsiteX2" fmla="*/ 0 w 2597426"/>
                <a:gd name="connsiteY2" fmla="*/ 2511287 h 4598505"/>
                <a:gd name="connsiteX3" fmla="*/ 2597426 w 2597426"/>
                <a:gd name="connsiteY3" fmla="*/ 1828800 h 4598505"/>
                <a:gd name="connsiteX4" fmla="*/ 1133061 w 2597426"/>
                <a:gd name="connsiteY4" fmla="*/ 3690731 h 4598505"/>
                <a:gd name="connsiteX5" fmla="*/ 1583634 w 2597426"/>
                <a:gd name="connsiteY5" fmla="*/ 4598505 h 4598505"/>
                <a:gd name="connsiteX0" fmla="*/ 483704 w 2597426"/>
                <a:gd name="connsiteY0" fmla="*/ 0 h 4598505"/>
                <a:gd name="connsiteX1" fmla="*/ 1225827 w 2597426"/>
                <a:gd name="connsiteY1" fmla="*/ 669235 h 4598505"/>
                <a:gd name="connsiteX2" fmla="*/ 0 w 2597426"/>
                <a:gd name="connsiteY2" fmla="*/ 2511287 h 4598505"/>
                <a:gd name="connsiteX3" fmla="*/ 2597426 w 2597426"/>
                <a:gd name="connsiteY3" fmla="*/ 1828800 h 4598505"/>
                <a:gd name="connsiteX4" fmla="*/ 1133061 w 2597426"/>
                <a:gd name="connsiteY4" fmla="*/ 3690731 h 4598505"/>
                <a:gd name="connsiteX5" fmla="*/ 1583634 w 2597426"/>
                <a:gd name="connsiteY5" fmla="*/ 4598505 h 4598505"/>
                <a:gd name="connsiteX0" fmla="*/ 483704 w 2597426"/>
                <a:gd name="connsiteY0" fmla="*/ 0 h 4598505"/>
                <a:gd name="connsiteX1" fmla="*/ 1205949 w 2597426"/>
                <a:gd name="connsiteY1" fmla="*/ 622853 h 4598505"/>
                <a:gd name="connsiteX2" fmla="*/ 0 w 2597426"/>
                <a:gd name="connsiteY2" fmla="*/ 2511287 h 4598505"/>
                <a:gd name="connsiteX3" fmla="*/ 2597426 w 2597426"/>
                <a:gd name="connsiteY3" fmla="*/ 1828800 h 4598505"/>
                <a:gd name="connsiteX4" fmla="*/ 1133061 w 2597426"/>
                <a:gd name="connsiteY4" fmla="*/ 3690731 h 4598505"/>
                <a:gd name="connsiteX5" fmla="*/ 1583634 w 2597426"/>
                <a:gd name="connsiteY5" fmla="*/ 4598505 h 4598505"/>
                <a:gd name="connsiteX0" fmla="*/ 483704 w 2597426"/>
                <a:gd name="connsiteY0" fmla="*/ 0 h 4538870"/>
                <a:gd name="connsiteX1" fmla="*/ 1205949 w 2597426"/>
                <a:gd name="connsiteY1" fmla="*/ 622853 h 4538870"/>
                <a:gd name="connsiteX2" fmla="*/ 0 w 2597426"/>
                <a:gd name="connsiteY2" fmla="*/ 2511287 h 4538870"/>
                <a:gd name="connsiteX3" fmla="*/ 2597426 w 2597426"/>
                <a:gd name="connsiteY3" fmla="*/ 1828800 h 4538870"/>
                <a:gd name="connsiteX4" fmla="*/ 1133061 w 2597426"/>
                <a:gd name="connsiteY4" fmla="*/ 3690731 h 4538870"/>
                <a:gd name="connsiteX5" fmla="*/ 1630017 w 2597426"/>
                <a:gd name="connsiteY5" fmla="*/ 4538870 h 4538870"/>
                <a:gd name="connsiteX0" fmla="*/ 483704 w 2597426"/>
                <a:gd name="connsiteY0" fmla="*/ 0 h 4538870"/>
                <a:gd name="connsiteX1" fmla="*/ 1205949 w 2597426"/>
                <a:gd name="connsiteY1" fmla="*/ 622853 h 4538870"/>
                <a:gd name="connsiteX2" fmla="*/ 0 w 2597426"/>
                <a:gd name="connsiteY2" fmla="*/ 2511287 h 4538870"/>
                <a:gd name="connsiteX3" fmla="*/ 2597426 w 2597426"/>
                <a:gd name="connsiteY3" fmla="*/ 1828800 h 4538870"/>
                <a:gd name="connsiteX4" fmla="*/ 1133061 w 2597426"/>
                <a:gd name="connsiteY4" fmla="*/ 3783496 h 4538870"/>
                <a:gd name="connsiteX5" fmla="*/ 1630017 w 2597426"/>
                <a:gd name="connsiteY5" fmla="*/ 4538870 h 4538870"/>
                <a:gd name="connsiteX0" fmla="*/ 483704 w 2597426"/>
                <a:gd name="connsiteY0" fmla="*/ 0 h 4538870"/>
                <a:gd name="connsiteX1" fmla="*/ 1205949 w 2597426"/>
                <a:gd name="connsiteY1" fmla="*/ 622853 h 4538870"/>
                <a:gd name="connsiteX2" fmla="*/ 0 w 2597426"/>
                <a:gd name="connsiteY2" fmla="*/ 2511287 h 4538870"/>
                <a:gd name="connsiteX3" fmla="*/ 2597426 w 2597426"/>
                <a:gd name="connsiteY3" fmla="*/ 1828800 h 4538870"/>
                <a:gd name="connsiteX4" fmla="*/ 1152940 w 2597426"/>
                <a:gd name="connsiteY4" fmla="*/ 3723861 h 4538870"/>
                <a:gd name="connsiteX5" fmla="*/ 1630017 w 2597426"/>
                <a:gd name="connsiteY5" fmla="*/ 4538870 h 4538870"/>
                <a:gd name="connsiteX0" fmla="*/ 483704 w 2617304"/>
                <a:gd name="connsiteY0" fmla="*/ 0 h 4538870"/>
                <a:gd name="connsiteX1" fmla="*/ 1205949 w 2617304"/>
                <a:gd name="connsiteY1" fmla="*/ 622853 h 4538870"/>
                <a:gd name="connsiteX2" fmla="*/ 0 w 2617304"/>
                <a:gd name="connsiteY2" fmla="*/ 2511287 h 4538870"/>
                <a:gd name="connsiteX3" fmla="*/ 2617304 w 2617304"/>
                <a:gd name="connsiteY3" fmla="*/ 1802296 h 4538870"/>
                <a:gd name="connsiteX4" fmla="*/ 1152940 w 2617304"/>
                <a:gd name="connsiteY4" fmla="*/ 3723861 h 4538870"/>
                <a:gd name="connsiteX5" fmla="*/ 1630017 w 2617304"/>
                <a:gd name="connsiteY5" fmla="*/ 4538870 h 4538870"/>
                <a:gd name="connsiteX0" fmla="*/ 543339 w 2676939"/>
                <a:gd name="connsiteY0" fmla="*/ 0 h 4538870"/>
                <a:gd name="connsiteX1" fmla="*/ 1265584 w 2676939"/>
                <a:gd name="connsiteY1" fmla="*/ 622853 h 4538870"/>
                <a:gd name="connsiteX2" fmla="*/ 0 w 2676939"/>
                <a:gd name="connsiteY2" fmla="*/ 2564296 h 4538870"/>
                <a:gd name="connsiteX3" fmla="*/ 2676939 w 2676939"/>
                <a:gd name="connsiteY3" fmla="*/ 1802296 h 4538870"/>
                <a:gd name="connsiteX4" fmla="*/ 1212575 w 2676939"/>
                <a:gd name="connsiteY4" fmla="*/ 3723861 h 4538870"/>
                <a:gd name="connsiteX5" fmla="*/ 1689652 w 2676939"/>
                <a:gd name="connsiteY5" fmla="*/ 4538870 h 4538870"/>
                <a:gd name="connsiteX0" fmla="*/ 543339 w 2676939"/>
                <a:gd name="connsiteY0" fmla="*/ 0 h 4538870"/>
                <a:gd name="connsiteX1" fmla="*/ 1265584 w 2676939"/>
                <a:gd name="connsiteY1" fmla="*/ 622853 h 4538870"/>
                <a:gd name="connsiteX2" fmla="*/ 0 w 2676939"/>
                <a:gd name="connsiteY2" fmla="*/ 2564296 h 4538870"/>
                <a:gd name="connsiteX3" fmla="*/ 2676939 w 2676939"/>
                <a:gd name="connsiteY3" fmla="*/ 1802296 h 4538870"/>
                <a:gd name="connsiteX4" fmla="*/ 1212575 w 2676939"/>
                <a:gd name="connsiteY4" fmla="*/ 3723861 h 4538870"/>
                <a:gd name="connsiteX5" fmla="*/ 1689652 w 2676939"/>
                <a:gd name="connsiteY5" fmla="*/ 4538870 h 4538870"/>
                <a:gd name="connsiteX0" fmla="*/ 543339 w 2676939"/>
                <a:gd name="connsiteY0" fmla="*/ 0 h 4538870"/>
                <a:gd name="connsiteX1" fmla="*/ 1265584 w 2676939"/>
                <a:gd name="connsiteY1" fmla="*/ 622853 h 4538870"/>
                <a:gd name="connsiteX2" fmla="*/ 0 w 2676939"/>
                <a:gd name="connsiteY2" fmla="*/ 2564296 h 4538870"/>
                <a:gd name="connsiteX3" fmla="*/ 2676939 w 2676939"/>
                <a:gd name="connsiteY3" fmla="*/ 1802296 h 4538870"/>
                <a:gd name="connsiteX4" fmla="*/ 1212575 w 2676939"/>
                <a:gd name="connsiteY4" fmla="*/ 3723861 h 4538870"/>
                <a:gd name="connsiteX5" fmla="*/ 1689652 w 2676939"/>
                <a:gd name="connsiteY5" fmla="*/ 4538870 h 4538870"/>
                <a:gd name="connsiteX0" fmla="*/ 543339 w 2676939"/>
                <a:gd name="connsiteY0" fmla="*/ 0 h 4538870"/>
                <a:gd name="connsiteX1" fmla="*/ 1265584 w 2676939"/>
                <a:gd name="connsiteY1" fmla="*/ 622853 h 4538870"/>
                <a:gd name="connsiteX2" fmla="*/ 0 w 2676939"/>
                <a:gd name="connsiteY2" fmla="*/ 2564296 h 4538870"/>
                <a:gd name="connsiteX3" fmla="*/ 2676939 w 2676939"/>
                <a:gd name="connsiteY3" fmla="*/ 1802296 h 4538870"/>
                <a:gd name="connsiteX4" fmla="*/ 1212575 w 2676939"/>
                <a:gd name="connsiteY4" fmla="*/ 3723861 h 4538870"/>
                <a:gd name="connsiteX5" fmla="*/ 1689652 w 2676939"/>
                <a:gd name="connsiteY5" fmla="*/ 4538870 h 4538870"/>
                <a:gd name="connsiteX0" fmla="*/ 543339 w 2676939"/>
                <a:gd name="connsiteY0" fmla="*/ 0 h 4538870"/>
                <a:gd name="connsiteX1" fmla="*/ 1265584 w 2676939"/>
                <a:gd name="connsiteY1" fmla="*/ 622853 h 4538870"/>
                <a:gd name="connsiteX2" fmla="*/ 0 w 2676939"/>
                <a:gd name="connsiteY2" fmla="*/ 2564296 h 4538870"/>
                <a:gd name="connsiteX3" fmla="*/ 2676939 w 2676939"/>
                <a:gd name="connsiteY3" fmla="*/ 1802296 h 4538870"/>
                <a:gd name="connsiteX4" fmla="*/ 1212575 w 2676939"/>
                <a:gd name="connsiteY4" fmla="*/ 3723861 h 4538870"/>
                <a:gd name="connsiteX5" fmla="*/ 1689652 w 2676939"/>
                <a:gd name="connsiteY5" fmla="*/ 4538870 h 453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76939" h="4538870">
                  <a:moveTo>
                    <a:pt x="543339" y="0"/>
                  </a:moveTo>
                  <a:cubicBezTo>
                    <a:pt x="816664" y="101046"/>
                    <a:pt x="1356140" y="195470"/>
                    <a:pt x="1265584" y="622853"/>
                  </a:cubicBezTo>
                  <a:cubicBezTo>
                    <a:pt x="1175028" y="1050236"/>
                    <a:pt x="101600" y="2291523"/>
                    <a:pt x="0" y="2564296"/>
                  </a:cubicBezTo>
                  <a:cubicBezTo>
                    <a:pt x="249582" y="2572027"/>
                    <a:pt x="2453860" y="1782418"/>
                    <a:pt x="2676939" y="1802296"/>
                  </a:cubicBezTo>
                  <a:cubicBezTo>
                    <a:pt x="2528956" y="2034209"/>
                    <a:pt x="1390375" y="3251200"/>
                    <a:pt x="1212575" y="3723861"/>
                  </a:cubicBezTo>
                  <a:cubicBezTo>
                    <a:pt x="1034775" y="4196522"/>
                    <a:pt x="1469887" y="4408556"/>
                    <a:pt x="1689652" y="4538870"/>
                  </a:cubicBezTo>
                </a:path>
              </a:pathLst>
            </a:custGeom>
            <a:noFill/>
            <a:ln w="76200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>
                <a:ln w="762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4EF965FB-F708-4246-B177-EA5B9F9D30BE}"/>
                </a:ext>
              </a:extLst>
            </p:cNvPr>
            <p:cNvSpPr txBox="1"/>
            <p:nvPr/>
          </p:nvSpPr>
          <p:spPr>
            <a:xfrm>
              <a:off x="2360596" y="1988840"/>
              <a:ext cx="2232248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sz="8000" dirty="0">
                  <a:solidFill>
                    <a:schemeClr val="bg1"/>
                  </a:solidFill>
                  <a:latin typeface="Bahnschrift SemiLight Condensed" panose="020B0502040204020203" pitchFamily="34" charset="0"/>
                </a:rPr>
                <a:t>COPA</a:t>
              </a:r>
              <a:endParaRPr lang="en-US" sz="8000" dirty="0">
                <a:solidFill>
                  <a:schemeClr val="bg1"/>
                </a:solidFill>
                <a:latin typeface="Bahnschrift SemiLight Condensed" panose="020B0502040204020203" pitchFamily="34" charset="0"/>
              </a:endParaRPr>
            </a:p>
          </p:txBody>
        </p:sp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689E9D1A-E2B4-4B58-9D4B-901FF47162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825" r="16989" b="25969"/>
          <a:stretch/>
        </p:blipFill>
        <p:spPr>
          <a:xfrm>
            <a:off x="4171188" y="526366"/>
            <a:ext cx="2520280" cy="122413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ACA9519-3E27-4A78-86D7-957B4CE2C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95" y="1410057"/>
            <a:ext cx="3036071" cy="2139881"/>
          </a:xfrm>
          <a:prstGeom prst="rect">
            <a:avLst/>
          </a:prstGeom>
        </p:spPr>
      </p:pic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01D661BE-9990-4F95-967C-78294CFD6EC7}"/>
              </a:ext>
            </a:extLst>
          </p:cNvPr>
          <p:cNvSpPr/>
          <p:nvPr/>
        </p:nvSpPr>
        <p:spPr>
          <a:xfrm>
            <a:off x="4218925" y="2010903"/>
            <a:ext cx="2676939" cy="4538870"/>
          </a:xfrm>
          <a:custGeom>
            <a:avLst/>
            <a:gdLst>
              <a:gd name="connsiteX0" fmla="*/ 603019 w 2640879"/>
              <a:gd name="connsiteY0" fmla="*/ 0 h 4598505"/>
              <a:gd name="connsiteX1" fmla="*/ 1239124 w 2640879"/>
              <a:gd name="connsiteY1" fmla="*/ 463826 h 4598505"/>
              <a:gd name="connsiteX2" fmla="*/ 26550 w 2640879"/>
              <a:gd name="connsiteY2" fmla="*/ 2445026 h 4598505"/>
              <a:gd name="connsiteX3" fmla="*/ 2623976 w 2640879"/>
              <a:gd name="connsiteY3" fmla="*/ 1762539 h 4598505"/>
              <a:gd name="connsiteX4" fmla="*/ 1166237 w 2640879"/>
              <a:gd name="connsiteY4" fmla="*/ 3836505 h 4598505"/>
              <a:gd name="connsiteX5" fmla="*/ 1557176 w 2640879"/>
              <a:gd name="connsiteY5" fmla="*/ 4598505 h 4598505"/>
              <a:gd name="connsiteX0" fmla="*/ 600735 w 2638595"/>
              <a:gd name="connsiteY0" fmla="*/ 0 h 4598505"/>
              <a:gd name="connsiteX1" fmla="*/ 1283223 w 2638595"/>
              <a:gd name="connsiteY1" fmla="*/ 523461 h 4598505"/>
              <a:gd name="connsiteX2" fmla="*/ 24266 w 2638595"/>
              <a:gd name="connsiteY2" fmla="*/ 2445026 h 4598505"/>
              <a:gd name="connsiteX3" fmla="*/ 2621692 w 2638595"/>
              <a:gd name="connsiteY3" fmla="*/ 1762539 h 4598505"/>
              <a:gd name="connsiteX4" fmla="*/ 1163953 w 2638595"/>
              <a:gd name="connsiteY4" fmla="*/ 3836505 h 4598505"/>
              <a:gd name="connsiteX5" fmla="*/ 1554892 w 2638595"/>
              <a:gd name="connsiteY5" fmla="*/ 4598505 h 4598505"/>
              <a:gd name="connsiteX0" fmla="*/ 600735 w 2638595"/>
              <a:gd name="connsiteY0" fmla="*/ 0 h 4598505"/>
              <a:gd name="connsiteX1" fmla="*/ 1283223 w 2638595"/>
              <a:gd name="connsiteY1" fmla="*/ 523461 h 4598505"/>
              <a:gd name="connsiteX2" fmla="*/ 24266 w 2638595"/>
              <a:gd name="connsiteY2" fmla="*/ 2445026 h 4598505"/>
              <a:gd name="connsiteX3" fmla="*/ 2621692 w 2638595"/>
              <a:gd name="connsiteY3" fmla="*/ 1762539 h 4598505"/>
              <a:gd name="connsiteX4" fmla="*/ 1163953 w 2638595"/>
              <a:gd name="connsiteY4" fmla="*/ 3836505 h 4598505"/>
              <a:gd name="connsiteX5" fmla="*/ 1554892 w 2638595"/>
              <a:gd name="connsiteY5" fmla="*/ 4598505 h 4598505"/>
              <a:gd name="connsiteX0" fmla="*/ 598770 w 2636630"/>
              <a:gd name="connsiteY0" fmla="*/ 0 h 4598505"/>
              <a:gd name="connsiteX1" fmla="*/ 1281258 w 2636630"/>
              <a:gd name="connsiteY1" fmla="*/ 523461 h 4598505"/>
              <a:gd name="connsiteX2" fmla="*/ 22301 w 2636630"/>
              <a:gd name="connsiteY2" fmla="*/ 2445026 h 4598505"/>
              <a:gd name="connsiteX3" fmla="*/ 2619727 w 2636630"/>
              <a:gd name="connsiteY3" fmla="*/ 1762539 h 4598505"/>
              <a:gd name="connsiteX4" fmla="*/ 1161988 w 2636630"/>
              <a:gd name="connsiteY4" fmla="*/ 3836505 h 4598505"/>
              <a:gd name="connsiteX5" fmla="*/ 1552927 w 2636630"/>
              <a:gd name="connsiteY5" fmla="*/ 4598505 h 4598505"/>
              <a:gd name="connsiteX0" fmla="*/ 576469 w 2614329"/>
              <a:gd name="connsiteY0" fmla="*/ 0 h 4598505"/>
              <a:gd name="connsiteX1" fmla="*/ 1258957 w 2614329"/>
              <a:gd name="connsiteY1" fmla="*/ 523461 h 4598505"/>
              <a:gd name="connsiteX2" fmla="*/ 0 w 2614329"/>
              <a:gd name="connsiteY2" fmla="*/ 2445026 h 4598505"/>
              <a:gd name="connsiteX3" fmla="*/ 2597426 w 2614329"/>
              <a:gd name="connsiteY3" fmla="*/ 1762539 h 4598505"/>
              <a:gd name="connsiteX4" fmla="*/ 1139687 w 2614329"/>
              <a:gd name="connsiteY4" fmla="*/ 3836505 h 4598505"/>
              <a:gd name="connsiteX5" fmla="*/ 1530626 w 2614329"/>
              <a:gd name="connsiteY5" fmla="*/ 4598505 h 4598505"/>
              <a:gd name="connsiteX0" fmla="*/ 576469 w 2614329"/>
              <a:gd name="connsiteY0" fmla="*/ 0 h 4598505"/>
              <a:gd name="connsiteX1" fmla="*/ 1258957 w 2614329"/>
              <a:gd name="connsiteY1" fmla="*/ 523461 h 4598505"/>
              <a:gd name="connsiteX2" fmla="*/ 0 w 2614329"/>
              <a:gd name="connsiteY2" fmla="*/ 2445026 h 4598505"/>
              <a:gd name="connsiteX3" fmla="*/ 2597426 w 2614329"/>
              <a:gd name="connsiteY3" fmla="*/ 1762539 h 4598505"/>
              <a:gd name="connsiteX4" fmla="*/ 1139687 w 2614329"/>
              <a:gd name="connsiteY4" fmla="*/ 3836505 h 4598505"/>
              <a:gd name="connsiteX5" fmla="*/ 1530626 w 2614329"/>
              <a:gd name="connsiteY5" fmla="*/ 4598505 h 4598505"/>
              <a:gd name="connsiteX0" fmla="*/ 576469 w 2614329"/>
              <a:gd name="connsiteY0" fmla="*/ 0 h 4598505"/>
              <a:gd name="connsiteX1" fmla="*/ 1258957 w 2614329"/>
              <a:gd name="connsiteY1" fmla="*/ 523461 h 4598505"/>
              <a:gd name="connsiteX2" fmla="*/ 0 w 2614329"/>
              <a:gd name="connsiteY2" fmla="*/ 2445026 h 4598505"/>
              <a:gd name="connsiteX3" fmla="*/ 2597426 w 2614329"/>
              <a:gd name="connsiteY3" fmla="*/ 1762539 h 4598505"/>
              <a:gd name="connsiteX4" fmla="*/ 1139687 w 2614329"/>
              <a:gd name="connsiteY4" fmla="*/ 3836505 h 4598505"/>
              <a:gd name="connsiteX5" fmla="*/ 1530626 w 2614329"/>
              <a:gd name="connsiteY5" fmla="*/ 4598505 h 4598505"/>
              <a:gd name="connsiteX0" fmla="*/ 576469 w 2597426"/>
              <a:gd name="connsiteY0" fmla="*/ 0 h 4598505"/>
              <a:gd name="connsiteX1" fmla="*/ 1258957 w 2597426"/>
              <a:gd name="connsiteY1" fmla="*/ 523461 h 4598505"/>
              <a:gd name="connsiteX2" fmla="*/ 0 w 2597426"/>
              <a:gd name="connsiteY2" fmla="*/ 2445026 h 4598505"/>
              <a:gd name="connsiteX3" fmla="*/ 2597426 w 2597426"/>
              <a:gd name="connsiteY3" fmla="*/ 1762539 h 4598505"/>
              <a:gd name="connsiteX4" fmla="*/ 1139687 w 2597426"/>
              <a:gd name="connsiteY4" fmla="*/ 3836505 h 4598505"/>
              <a:gd name="connsiteX5" fmla="*/ 1530626 w 2597426"/>
              <a:gd name="connsiteY5" fmla="*/ 4598505 h 4598505"/>
              <a:gd name="connsiteX0" fmla="*/ 576469 w 2597426"/>
              <a:gd name="connsiteY0" fmla="*/ 0 h 4598505"/>
              <a:gd name="connsiteX1" fmla="*/ 1258957 w 2597426"/>
              <a:gd name="connsiteY1" fmla="*/ 523461 h 4598505"/>
              <a:gd name="connsiteX2" fmla="*/ 0 w 2597426"/>
              <a:gd name="connsiteY2" fmla="*/ 2445026 h 4598505"/>
              <a:gd name="connsiteX3" fmla="*/ 2597426 w 2597426"/>
              <a:gd name="connsiteY3" fmla="*/ 1762539 h 4598505"/>
              <a:gd name="connsiteX4" fmla="*/ 1133061 w 2597426"/>
              <a:gd name="connsiteY4" fmla="*/ 3624470 h 4598505"/>
              <a:gd name="connsiteX5" fmla="*/ 1530626 w 2597426"/>
              <a:gd name="connsiteY5" fmla="*/ 4598505 h 4598505"/>
              <a:gd name="connsiteX0" fmla="*/ 576469 w 2597426"/>
              <a:gd name="connsiteY0" fmla="*/ 0 h 4532244"/>
              <a:gd name="connsiteX1" fmla="*/ 1258957 w 2597426"/>
              <a:gd name="connsiteY1" fmla="*/ 523461 h 4532244"/>
              <a:gd name="connsiteX2" fmla="*/ 0 w 2597426"/>
              <a:gd name="connsiteY2" fmla="*/ 2445026 h 4532244"/>
              <a:gd name="connsiteX3" fmla="*/ 2597426 w 2597426"/>
              <a:gd name="connsiteY3" fmla="*/ 1762539 h 4532244"/>
              <a:gd name="connsiteX4" fmla="*/ 1133061 w 2597426"/>
              <a:gd name="connsiteY4" fmla="*/ 3624470 h 4532244"/>
              <a:gd name="connsiteX5" fmla="*/ 1583634 w 2597426"/>
              <a:gd name="connsiteY5" fmla="*/ 4532244 h 4532244"/>
              <a:gd name="connsiteX0" fmla="*/ 589721 w 2597426"/>
              <a:gd name="connsiteY0" fmla="*/ 0 h 4525618"/>
              <a:gd name="connsiteX1" fmla="*/ 1258957 w 2597426"/>
              <a:gd name="connsiteY1" fmla="*/ 516835 h 4525618"/>
              <a:gd name="connsiteX2" fmla="*/ 0 w 2597426"/>
              <a:gd name="connsiteY2" fmla="*/ 2438400 h 4525618"/>
              <a:gd name="connsiteX3" fmla="*/ 2597426 w 2597426"/>
              <a:gd name="connsiteY3" fmla="*/ 1755913 h 4525618"/>
              <a:gd name="connsiteX4" fmla="*/ 1133061 w 2597426"/>
              <a:gd name="connsiteY4" fmla="*/ 3617844 h 4525618"/>
              <a:gd name="connsiteX5" fmla="*/ 1583634 w 2597426"/>
              <a:gd name="connsiteY5" fmla="*/ 4525618 h 4525618"/>
              <a:gd name="connsiteX0" fmla="*/ 589721 w 2597426"/>
              <a:gd name="connsiteY0" fmla="*/ 2842 h 4528460"/>
              <a:gd name="connsiteX1" fmla="*/ 1258957 w 2597426"/>
              <a:gd name="connsiteY1" fmla="*/ 519677 h 4528460"/>
              <a:gd name="connsiteX2" fmla="*/ 0 w 2597426"/>
              <a:gd name="connsiteY2" fmla="*/ 2441242 h 4528460"/>
              <a:gd name="connsiteX3" fmla="*/ 2597426 w 2597426"/>
              <a:gd name="connsiteY3" fmla="*/ 1758755 h 4528460"/>
              <a:gd name="connsiteX4" fmla="*/ 1133061 w 2597426"/>
              <a:gd name="connsiteY4" fmla="*/ 3620686 h 4528460"/>
              <a:gd name="connsiteX5" fmla="*/ 1583634 w 2597426"/>
              <a:gd name="connsiteY5" fmla="*/ 4528460 h 4528460"/>
              <a:gd name="connsiteX0" fmla="*/ 589721 w 2597426"/>
              <a:gd name="connsiteY0" fmla="*/ 1852 h 4527470"/>
              <a:gd name="connsiteX1" fmla="*/ 1258957 w 2597426"/>
              <a:gd name="connsiteY1" fmla="*/ 518687 h 4527470"/>
              <a:gd name="connsiteX2" fmla="*/ 0 w 2597426"/>
              <a:gd name="connsiteY2" fmla="*/ 2440252 h 4527470"/>
              <a:gd name="connsiteX3" fmla="*/ 2597426 w 2597426"/>
              <a:gd name="connsiteY3" fmla="*/ 1757765 h 4527470"/>
              <a:gd name="connsiteX4" fmla="*/ 1133061 w 2597426"/>
              <a:gd name="connsiteY4" fmla="*/ 3619696 h 4527470"/>
              <a:gd name="connsiteX5" fmla="*/ 1583634 w 2597426"/>
              <a:gd name="connsiteY5" fmla="*/ 4527470 h 4527470"/>
              <a:gd name="connsiteX0" fmla="*/ 596347 w 2597426"/>
              <a:gd name="connsiteY0" fmla="*/ 2148 h 4594027"/>
              <a:gd name="connsiteX1" fmla="*/ 1258957 w 2597426"/>
              <a:gd name="connsiteY1" fmla="*/ 585244 h 4594027"/>
              <a:gd name="connsiteX2" fmla="*/ 0 w 2597426"/>
              <a:gd name="connsiteY2" fmla="*/ 2506809 h 4594027"/>
              <a:gd name="connsiteX3" fmla="*/ 2597426 w 2597426"/>
              <a:gd name="connsiteY3" fmla="*/ 1824322 h 4594027"/>
              <a:gd name="connsiteX4" fmla="*/ 1133061 w 2597426"/>
              <a:gd name="connsiteY4" fmla="*/ 3686253 h 4594027"/>
              <a:gd name="connsiteX5" fmla="*/ 1583634 w 2597426"/>
              <a:gd name="connsiteY5" fmla="*/ 4594027 h 4594027"/>
              <a:gd name="connsiteX0" fmla="*/ 596347 w 2597426"/>
              <a:gd name="connsiteY0" fmla="*/ 0 h 4591879"/>
              <a:gd name="connsiteX1" fmla="*/ 1258957 w 2597426"/>
              <a:gd name="connsiteY1" fmla="*/ 583096 h 4591879"/>
              <a:gd name="connsiteX2" fmla="*/ 0 w 2597426"/>
              <a:gd name="connsiteY2" fmla="*/ 2504661 h 4591879"/>
              <a:gd name="connsiteX3" fmla="*/ 2597426 w 2597426"/>
              <a:gd name="connsiteY3" fmla="*/ 1822174 h 4591879"/>
              <a:gd name="connsiteX4" fmla="*/ 1133061 w 2597426"/>
              <a:gd name="connsiteY4" fmla="*/ 3684105 h 4591879"/>
              <a:gd name="connsiteX5" fmla="*/ 1583634 w 2597426"/>
              <a:gd name="connsiteY5" fmla="*/ 4591879 h 4591879"/>
              <a:gd name="connsiteX0" fmla="*/ 596347 w 2597426"/>
              <a:gd name="connsiteY0" fmla="*/ 0 h 4591879"/>
              <a:gd name="connsiteX1" fmla="*/ 1258957 w 2597426"/>
              <a:gd name="connsiteY1" fmla="*/ 583096 h 4591879"/>
              <a:gd name="connsiteX2" fmla="*/ 0 w 2597426"/>
              <a:gd name="connsiteY2" fmla="*/ 2504661 h 4591879"/>
              <a:gd name="connsiteX3" fmla="*/ 2597426 w 2597426"/>
              <a:gd name="connsiteY3" fmla="*/ 1822174 h 4591879"/>
              <a:gd name="connsiteX4" fmla="*/ 1133061 w 2597426"/>
              <a:gd name="connsiteY4" fmla="*/ 3684105 h 4591879"/>
              <a:gd name="connsiteX5" fmla="*/ 1583634 w 2597426"/>
              <a:gd name="connsiteY5" fmla="*/ 4591879 h 4591879"/>
              <a:gd name="connsiteX0" fmla="*/ 596347 w 2597426"/>
              <a:gd name="connsiteY0" fmla="*/ 0 h 4545497"/>
              <a:gd name="connsiteX1" fmla="*/ 1258957 w 2597426"/>
              <a:gd name="connsiteY1" fmla="*/ 536714 h 4545497"/>
              <a:gd name="connsiteX2" fmla="*/ 0 w 2597426"/>
              <a:gd name="connsiteY2" fmla="*/ 2458279 h 4545497"/>
              <a:gd name="connsiteX3" fmla="*/ 2597426 w 2597426"/>
              <a:gd name="connsiteY3" fmla="*/ 1775792 h 4545497"/>
              <a:gd name="connsiteX4" fmla="*/ 1133061 w 2597426"/>
              <a:gd name="connsiteY4" fmla="*/ 3637723 h 4545497"/>
              <a:gd name="connsiteX5" fmla="*/ 1583634 w 2597426"/>
              <a:gd name="connsiteY5" fmla="*/ 4545497 h 4545497"/>
              <a:gd name="connsiteX0" fmla="*/ 596347 w 2597426"/>
              <a:gd name="connsiteY0" fmla="*/ 0 h 4545497"/>
              <a:gd name="connsiteX1" fmla="*/ 1258957 w 2597426"/>
              <a:gd name="connsiteY1" fmla="*/ 536714 h 4545497"/>
              <a:gd name="connsiteX2" fmla="*/ 0 w 2597426"/>
              <a:gd name="connsiteY2" fmla="*/ 2458279 h 4545497"/>
              <a:gd name="connsiteX3" fmla="*/ 2597426 w 2597426"/>
              <a:gd name="connsiteY3" fmla="*/ 1775792 h 4545497"/>
              <a:gd name="connsiteX4" fmla="*/ 1133061 w 2597426"/>
              <a:gd name="connsiteY4" fmla="*/ 3637723 h 4545497"/>
              <a:gd name="connsiteX5" fmla="*/ 1583634 w 2597426"/>
              <a:gd name="connsiteY5" fmla="*/ 4545497 h 4545497"/>
              <a:gd name="connsiteX0" fmla="*/ 629477 w 2597426"/>
              <a:gd name="connsiteY0" fmla="*/ 0 h 4611758"/>
              <a:gd name="connsiteX1" fmla="*/ 1258957 w 2597426"/>
              <a:gd name="connsiteY1" fmla="*/ 602975 h 4611758"/>
              <a:gd name="connsiteX2" fmla="*/ 0 w 2597426"/>
              <a:gd name="connsiteY2" fmla="*/ 2524540 h 4611758"/>
              <a:gd name="connsiteX3" fmla="*/ 2597426 w 2597426"/>
              <a:gd name="connsiteY3" fmla="*/ 1842053 h 4611758"/>
              <a:gd name="connsiteX4" fmla="*/ 1133061 w 2597426"/>
              <a:gd name="connsiteY4" fmla="*/ 3703984 h 4611758"/>
              <a:gd name="connsiteX5" fmla="*/ 1583634 w 2597426"/>
              <a:gd name="connsiteY5" fmla="*/ 4611758 h 4611758"/>
              <a:gd name="connsiteX0" fmla="*/ 629477 w 2597426"/>
              <a:gd name="connsiteY0" fmla="*/ 0 h 4611758"/>
              <a:gd name="connsiteX1" fmla="*/ 1258957 w 2597426"/>
              <a:gd name="connsiteY1" fmla="*/ 602975 h 4611758"/>
              <a:gd name="connsiteX2" fmla="*/ 0 w 2597426"/>
              <a:gd name="connsiteY2" fmla="*/ 2524540 h 4611758"/>
              <a:gd name="connsiteX3" fmla="*/ 2597426 w 2597426"/>
              <a:gd name="connsiteY3" fmla="*/ 1842053 h 4611758"/>
              <a:gd name="connsiteX4" fmla="*/ 1133061 w 2597426"/>
              <a:gd name="connsiteY4" fmla="*/ 3703984 h 4611758"/>
              <a:gd name="connsiteX5" fmla="*/ 1583634 w 2597426"/>
              <a:gd name="connsiteY5" fmla="*/ 4611758 h 4611758"/>
              <a:gd name="connsiteX0" fmla="*/ 629477 w 2597426"/>
              <a:gd name="connsiteY0" fmla="*/ 0 h 4611758"/>
              <a:gd name="connsiteX1" fmla="*/ 1258957 w 2597426"/>
              <a:gd name="connsiteY1" fmla="*/ 602975 h 4611758"/>
              <a:gd name="connsiteX2" fmla="*/ 0 w 2597426"/>
              <a:gd name="connsiteY2" fmla="*/ 2524540 h 4611758"/>
              <a:gd name="connsiteX3" fmla="*/ 2597426 w 2597426"/>
              <a:gd name="connsiteY3" fmla="*/ 1842053 h 4611758"/>
              <a:gd name="connsiteX4" fmla="*/ 1133061 w 2597426"/>
              <a:gd name="connsiteY4" fmla="*/ 3703984 h 4611758"/>
              <a:gd name="connsiteX5" fmla="*/ 1583634 w 2597426"/>
              <a:gd name="connsiteY5" fmla="*/ 4611758 h 4611758"/>
              <a:gd name="connsiteX0" fmla="*/ 596347 w 2597426"/>
              <a:gd name="connsiteY0" fmla="*/ 0 h 4572001"/>
              <a:gd name="connsiteX1" fmla="*/ 1258957 w 2597426"/>
              <a:gd name="connsiteY1" fmla="*/ 563218 h 4572001"/>
              <a:gd name="connsiteX2" fmla="*/ 0 w 2597426"/>
              <a:gd name="connsiteY2" fmla="*/ 2484783 h 4572001"/>
              <a:gd name="connsiteX3" fmla="*/ 2597426 w 2597426"/>
              <a:gd name="connsiteY3" fmla="*/ 1802296 h 4572001"/>
              <a:gd name="connsiteX4" fmla="*/ 1133061 w 2597426"/>
              <a:gd name="connsiteY4" fmla="*/ 3664227 h 4572001"/>
              <a:gd name="connsiteX5" fmla="*/ 1583634 w 2597426"/>
              <a:gd name="connsiteY5" fmla="*/ 4572001 h 4572001"/>
              <a:gd name="connsiteX0" fmla="*/ 596347 w 2597426"/>
              <a:gd name="connsiteY0" fmla="*/ 0 h 4572001"/>
              <a:gd name="connsiteX1" fmla="*/ 1258957 w 2597426"/>
              <a:gd name="connsiteY1" fmla="*/ 563218 h 4572001"/>
              <a:gd name="connsiteX2" fmla="*/ 0 w 2597426"/>
              <a:gd name="connsiteY2" fmla="*/ 2484783 h 4572001"/>
              <a:gd name="connsiteX3" fmla="*/ 2597426 w 2597426"/>
              <a:gd name="connsiteY3" fmla="*/ 1802296 h 4572001"/>
              <a:gd name="connsiteX4" fmla="*/ 1133061 w 2597426"/>
              <a:gd name="connsiteY4" fmla="*/ 3664227 h 4572001"/>
              <a:gd name="connsiteX5" fmla="*/ 1583634 w 2597426"/>
              <a:gd name="connsiteY5" fmla="*/ 4572001 h 4572001"/>
              <a:gd name="connsiteX0" fmla="*/ 596347 w 2597426"/>
              <a:gd name="connsiteY0" fmla="*/ 0 h 4572001"/>
              <a:gd name="connsiteX1" fmla="*/ 1225827 w 2597426"/>
              <a:gd name="connsiteY1" fmla="*/ 642731 h 4572001"/>
              <a:gd name="connsiteX2" fmla="*/ 0 w 2597426"/>
              <a:gd name="connsiteY2" fmla="*/ 2484783 h 4572001"/>
              <a:gd name="connsiteX3" fmla="*/ 2597426 w 2597426"/>
              <a:gd name="connsiteY3" fmla="*/ 1802296 h 4572001"/>
              <a:gd name="connsiteX4" fmla="*/ 1133061 w 2597426"/>
              <a:gd name="connsiteY4" fmla="*/ 3664227 h 4572001"/>
              <a:gd name="connsiteX5" fmla="*/ 1583634 w 2597426"/>
              <a:gd name="connsiteY5" fmla="*/ 4572001 h 4572001"/>
              <a:gd name="connsiteX0" fmla="*/ 496956 w 2597426"/>
              <a:gd name="connsiteY0" fmla="*/ 0 h 4598505"/>
              <a:gd name="connsiteX1" fmla="*/ 1225827 w 2597426"/>
              <a:gd name="connsiteY1" fmla="*/ 669235 h 4598505"/>
              <a:gd name="connsiteX2" fmla="*/ 0 w 2597426"/>
              <a:gd name="connsiteY2" fmla="*/ 2511287 h 4598505"/>
              <a:gd name="connsiteX3" fmla="*/ 2597426 w 2597426"/>
              <a:gd name="connsiteY3" fmla="*/ 1828800 h 4598505"/>
              <a:gd name="connsiteX4" fmla="*/ 1133061 w 2597426"/>
              <a:gd name="connsiteY4" fmla="*/ 3690731 h 4598505"/>
              <a:gd name="connsiteX5" fmla="*/ 1583634 w 2597426"/>
              <a:gd name="connsiteY5" fmla="*/ 4598505 h 4598505"/>
              <a:gd name="connsiteX0" fmla="*/ 483704 w 2597426"/>
              <a:gd name="connsiteY0" fmla="*/ 0 h 4598505"/>
              <a:gd name="connsiteX1" fmla="*/ 1225827 w 2597426"/>
              <a:gd name="connsiteY1" fmla="*/ 669235 h 4598505"/>
              <a:gd name="connsiteX2" fmla="*/ 0 w 2597426"/>
              <a:gd name="connsiteY2" fmla="*/ 2511287 h 4598505"/>
              <a:gd name="connsiteX3" fmla="*/ 2597426 w 2597426"/>
              <a:gd name="connsiteY3" fmla="*/ 1828800 h 4598505"/>
              <a:gd name="connsiteX4" fmla="*/ 1133061 w 2597426"/>
              <a:gd name="connsiteY4" fmla="*/ 3690731 h 4598505"/>
              <a:gd name="connsiteX5" fmla="*/ 1583634 w 2597426"/>
              <a:gd name="connsiteY5" fmla="*/ 4598505 h 4598505"/>
              <a:gd name="connsiteX0" fmla="*/ 483704 w 2597426"/>
              <a:gd name="connsiteY0" fmla="*/ 0 h 4598505"/>
              <a:gd name="connsiteX1" fmla="*/ 1205949 w 2597426"/>
              <a:gd name="connsiteY1" fmla="*/ 622853 h 4598505"/>
              <a:gd name="connsiteX2" fmla="*/ 0 w 2597426"/>
              <a:gd name="connsiteY2" fmla="*/ 2511287 h 4598505"/>
              <a:gd name="connsiteX3" fmla="*/ 2597426 w 2597426"/>
              <a:gd name="connsiteY3" fmla="*/ 1828800 h 4598505"/>
              <a:gd name="connsiteX4" fmla="*/ 1133061 w 2597426"/>
              <a:gd name="connsiteY4" fmla="*/ 3690731 h 4598505"/>
              <a:gd name="connsiteX5" fmla="*/ 1583634 w 2597426"/>
              <a:gd name="connsiteY5" fmla="*/ 4598505 h 4598505"/>
              <a:gd name="connsiteX0" fmla="*/ 483704 w 2597426"/>
              <a:gd name="connsiteY0" fmla="*/ 0 h 4538870"/>
              <a:gd name="connsiteX1" fmla="*/ 1205949 w 2597426"/>
              <a:gd name="connsiteY1" fmla="*/ 622853 h 4538870"/>
              <a:gd name="connsiteX2" fmla="*/ 0 w 2597426"/>
              <a:gd name="connsiteY2" fmla="*/ 2511287 h 4538870"/>
              <a:gd name="connsiteX3" fmla="*/ 2597426 w 2597426"/>
              <a:gd name="connsiteY3" fmla="*/ 1828800 h 4538870"/>
              <a:gd name="connsiteX4" fmla="*/ 1133061 w 2597426"/>
              <a:gd name="connsiteY4" fmla="*/ 3690731 h 4538870"/>
              <a:gd name="connsiteX5" fmla="*/ 1630017 w 2597426"/>
              <a:gd name="connsiteY5" fmla="*/ 4538870 h 4538870"/>
              <a:gd name="connsiteX0" fmla="*/ 483704 w 2597426"/>
              <a:gd name="connsiteY0" fmla="*/ 0 h 4538870"/>
              <a:gd name="connsiteX1" fmla="*/ 1205949 w 2597426"/>
              <a:gd name="connsiteY1" fmla="*/ 622853 h 4538870"/>
              <a:gd name="connsiteX2" fmla="*/ 0 w 2597426"/>
              <a:gd name="connsiteY2" fmla="*/ 2511287 h 4538870"/>
              <a:gd name="connsiteX3" fmla="*/ 2597426 w 2597426"/>
              <a:gd name="connsiteY3" fmla="*/ 1828800 h 4538870"/>
              <a:gd name="connsiteX4" fmla="*/ 1133061 w 2597426"/>
              <a:gd name="connsiteY4" fmla="*/ 3783496 h 4538870"/>
              <a:gd name="connsiteX5" fmla="*/ 1630017 w 2597426"/>
              <a:gd name="connsiteY5" fmla="*/ 4538870 h 4538870"/>
              <a:gd name="connsiteX0" fmla="*/ 483704 w 2597426"/>
              <a:gd name="connsiteY0" fmla="*/ 0 h 4538870"/>
              <a:gd name="connsiteX1" fmla="*/ 1205949 w 2597426"/>
              <a:gd name="connsiteY1" fmla="*/ 622853 h 4538870"/>
              <a:gd name="connsiteX2" fmla="*/ 0 w 2597426"/>
              <a:gd name="connsiteY2" fmla="*/ 2511287 h 4538870"/>
              <a:gd name="connsiteX3" fmla="*/ 2597426 w 2597426"/>
              <a:gd name="connsiteY3" fmla="*/ 1828800 h 4538870"/>
              <a:gd name="connsiteX4" fmla="*/ 1152940 w 2597426"/>
              <a:gd name="connsiteY4" fmla="*/ 3723861 h 4538870"/>
              <a:gd name="connsiteX5" fmla="*/ 1630017 w 2597426"/>
              <a:gd name="connsiteY5" fmla="*/ 4538870 h 4538870"/>
              <a:gd name="connsiteX0" fmla="*/ 483704 w 2617304"/>
              <a:gd name="connsiteY0" fmla="*/ 0 h 4538870"/>
              <a:gd name="connsiteX1" fmla="*/ 1205949 w 2617304"/>
              <a:gd name="connsiteY1" fmla="*/ 622853 h 4538870"/>
              <a:gd name="connsiteX2" fmla="*/ 0 w 2617304"/>
              <a:gd name="connsiteY2" fmla="*/ 2511287 h 4538870"/>
              <a:gd name="connsiteX3" fmla="*/ 2617304 w 2617304"/>
              <a:gd name="connsiteY3" fmla="*/ 1802296 h 4538870"/>
              <a:gd name="connsiteX4" fmla="*/ 1152940 w 2617304"/>
              <a:gd name="connsiteY4" fmla="*/ 3723861 h 4538870"/>
              <a:gd name="connsiteX5" fmla="*/ 1630017 w 2617304"/>
              <a:gd name="connsiteY5" fmla="*/ 4538870 h 4538870"/>
              <a:gd name="connsiteX0" fmla="*/ 543339 w 2676939"/>
              <a:gd name="connsiteY0" fmla="*/ 0 h 4538870"/>
              <a:gd name="connsiteX1" fmla="*/ 1265584 w 2676939"/>
              <a:gd name="connsiteY1" fmla="*/ 622853 h 4538870"/>
              <a:gd name="connsiteX2" fmla="*/ 0 w 2676939"/>
              <a:gd name="connsiteY2" fmla="*/ 2564296 h 4538870"/>
              <a:gd name="connsiteX3" fmla="*/ 2676939 w 2676939"/>
              <a:gd name="connsiteY3" fmla="*/ 1802296 h 4538870"/>
              <a:gd name="connsiteX4" fmla="*/ 1212575 w 2676939"/>
              <a:gd name="connsiteY4" fmla="*/ 3723861 h 4538870"/>
              <a:gd name="connsiteX5" fmla="*/ 1689652 w 2676939"/>
              <a:gd name="connsiteY5" fmla="*/ 4538870 h 4538870"/>
              <a:gd name="connsiteX0" fmla="*/ 543339 w 2676939"/>
              <a:gd name="connsiteY0" fmla="*/ 0 h 4538870"/>
              <a:gd name="connsiteX1" fmla="*/ 1265584 w 2676939"/>
              <a:gd name="connsiteY1" fmla="*/ 622853 h 4538870"/>
              <a:gd name="connsiteX2" fmla="*/ 0 w 2676939"/>
              <a:gd name="connsiteY2" fmla="*/ 2564296 h 4538870"/>
              <a:gd name="connsiteX3" fmla="*/ 2676939 w 2676939"/>
              <a:gd name="connsiteY3" fmla="*/ 1802296 h 4538870"/>
              <a:gd name="connsiteX4" fmla="*/ 1212575 w 2676939"/>
              <a:gd name="connsiteY4" fmla="*/ 3723861 h 4538870"/>
              <a:gd name="connsiteX5" fmla="*/ 1689652 w 2676939"/>
              <a:gd name="connsiteY5" fmla="*/ 4538870 h 4538870"/>
              <a:gd name="connsiteX0" fmla="*/ 543339 w 2676939"/>
              <a:gd name="connsiteY0" fmla="*/ 0 h 4538870"/>
              <a:gd name="connsiteX1" fmla="*/ 1265584 w 2676939"/>
              <a:gd name="connsiteY1" fmla="*/ 622853 h 4538870"/>
              <a:gd name="connsiteX2" fmla="*/ 0 w 2676939"/>
              <a:gd name="connsiteY2" fmla="*/ 2564296 h 4538870"/>
              <a:gd name="connsiteX3" fmla="*/ 2676939 w 2676939"/>
              <a:gd name="connsiteY3" fmla="*/ 1802296 h 4538870"/>
              <a:gd name="connsiteX4" fmla="*/ 1212575 w 2676939"/>
              <a:gd name="connsiteY4" fmla="*/ 3723861 h 4538870"/>
              <a:gd name="connsiteX5" fmla="*/ 1689652 w 2676939"/>
              <a:gd name="connsiteY5" fmla="*/ 4538870 h 4538870"/>
              <a:gd name="connsiteX0" fmla="*/ 543339 w 2676939"/>
              <a:gd name="connsiteY0" fmla="*/ 0 h 4538870"/>
              <a:gd name="connsiteX1" fmla="*/ 1265584 w 2676939"/>
              <a:gd name="connsiteY1" fmla="*/ 622853 h 4538870"/>
              <a:gd name="connsiteX2" fmla="*/ 0 w 2676939"/>
              <a:gd name="connsiteY2" fmla="*/ 2564296 h 4538870"/>
              <a:gd name="connsiteX3" fmla="*/ 2676939 w 2676939"/>
              <a:gd name="connsiteY3" fmla="*/ 1802296 h 4538870"/>
              <a:gd name="connsiteX4" fmla="*/ 1212575 w 2676939"/>
              <a:gd name="connsiteY4" fmla="*/ 3723861 h 4538870"/>
              <a:gd name="connsiteX5" fmla="*/ 1689652 w 2676939"/>
              <a:gd name="connsiteY5" fmla="*/ 4538870 h 4538870"/>
              <a:gd name="connsiteX0" fmla="*/ 543339 w 2676939"/>
              <a:gd name="connsiteY0" fmla="*/ 0 h 4538870"/>
              <a:gd name="connsiteX1" fmla="*/ 1265584 w 2676939"/>
              <a:gd name="connsiteY1" fmla="*/ 622853 h 4538870"/>
              <a:gd name="connsiteX2" fmla="*/ 0 w 2676939"/>
              <a:gd name="connsiteY2" fmla="*/ 2564296 h 4538870"/>
              <a:gd name="connsiteX3" fmla="*/ 2676939 w 2676939"/>
              <a:gd name="connsiteY3" fmla="*/ 1802296 h 4538870"/>
              <a:gd name="connsiteX4" fmla="*/ 1212575 w 2676939"/>
              <a:gd name="connsiteY4" fmla="*/ 3723861 h 4538870"/>
              <a:gd name="connsiteX5" fmla="*/ 1689652 w 2676939"/>
              <a:gd name="connsiteY5" fmla="*/ 4538870 h 4538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76939" h="4538870">
                <a:moveTo>
                  <a:pt x="543339" y="0"/>
                </a:moveTo>
                <a:cubicBezTo>
                  <a:pt x="816664" y="101046"/>
                  <a:pt x="1356140" y="195470"/>
                  <a:pt x="1265584" y="622853"/>
                </a:cubicBezTo>
                <a:cubicBezTo>
                  <a:pt x="1175028" y="1050236"/>
                  <a:pt x="101600" y="2291523"/>
                  <a:pt x="0" y="2564296"/>
                </a:cubicBezTo>
                <a:cubicBezTo>
                  <a:pt x="249582" y="2572027"/>
                  <a:pt x="2453860" y="1782418"/>
                  <a:pt x="2676939" y="1802296"/>
                </a:cubicBezTo>
                <a:cubicBezTo>
                  <a:pt x="2528956" y="2034209"/>
                  <a:pt x="1390375" y="3251200"/>
                  <a:pt x="1212575" y="3723861"/>
                </a:cubicBezTo>
                <a:cubicBezTo>
                  <a:pt x="1034775" y="4196522"/>
                  <a:pt x="1469887" y="4408556"/>
                  <a:pt x="1689652" y="4538870"/>
                </a:cubicBezTo>
              </a:path>
            </a:pathLst>
          </a:custGeom>
          <a:noFill/>
          <a:ln w="301625">
            <a:solidFill>
              <a:schemeClr val="tx1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ln w="76200">
                <a:solidFill>
                  <a:schemeClr val="tx1"/>
                </a:solidFill>
              </a:ln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4F66745-9592-412E-879F-B676929A6F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5028" y="3126578"/>
            <a:ext cx="1054969" cy="1054969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28484E26-1897-4688-A840-BBEF0BB86E82}"/>
              </a:ext>
            </a:extLst>
          </p:cNvPr>
          <p:cNvGrpSpPr/>
          <p:nvPr/>
        </p:nvGrpSpPr>
        <p:grpSpPr>
          <a:xfrm>
            <a:off x="7746125" y="1900796"/>
            <a:ext cx="3752393" cy="1172829"/>
            <a:chOff x="5129049" y="248570"/>
            <a:chExt cx="3752393" cy="1172829"/>
          </a:xfrm>
        </p:grpSpPr>
        <p:pic>
          <p:nvPicPr>
            <p:cNvPr id="12" name="Picture 28">
              <a:extLst>
                <a:ext uri="{FF2B5EF4-FFF2-40B4-BE49-F238E27FC236}">
                  <a16:creationId xmlns:a16="http://schemas.microsoft.com/office/drawing/2014/main" id="{C4B86075-0298-4364-9FBD-E70C2B39F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29049" y="248570"/>
              <a:ext cx="697226" cy="1109631"/>
            </a:xfrm>
            <a:prstGeom prst="rect">
              <a:avLst/>
            </a:prstGeom>
          </p:spPr>
        </p:pic>
        <p:sp>
          <p:nvSpPr>
            <p:cNvPr id="13" name="TextBox 29">
              <a:extLst>
                <a:ext uri="{FF2B5EF4-FFF2-40B4-BE49-F238E27FC236}">
                  <a16:creationId xmlns:a16="http://schemas.microsoft.com/office/drawing/2014/main" id="{0F772379-1E18-4A30-A418-4EA47688A476}"/>
                </a:ext>
              </a:extLst>
            </p:cNvPr>
            <p:cNvSpPr txBox="1"/>
            <p:nvPr/>
          </p:nvSpPr>
          <p:spPr>
            <a:xfrm>
              <a:off x="5784501" y="248613"/>
              <a:ext cx="309694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2400">
                  <a:latin typeface="Bahnschrift Light Condensed" panose="020B0502040204020203" pitchFamily="34" charset="0"/>
                </a:rPr>
                <a:t>Centro para la Optimización y la Probabilidad Aplicada </a:t>
              </a:r>
              <a:endParaRPr lang="en-US" sz="2400">
                <a:latin typeface="Bahnschrift Light Condensed" panose="020B0502040204020203" pitchFamily="34" charset="0"/>
              </a:endParaRPr>
            </a:p>
          </p:txBody>
        </p:sp>
        <p:sp>
          <p:nvSpPr>
            <p:cNvPr id="14" name="TextBox 32">
              <a:extLst>
                <a:ext uri="{FF2B5EF4-FFF2-40B4-BE49-F238E27FC236}">
                  <a16:creationId xmlns:a16="http://schemas.microsoft.com/office/drawing/2014/main" id="{39B38EE0-0980-4AD5-8890-CDFE5A1082A3}"/>
                </a:ext>
              </a:extLst>
            </p:cNvPr>
            <p:cNvSpPr txBox="1"/>
            <p:nvPr/>
          </p:nvSpPr>
          <p:spPr>
            <a:xfrm>
              <a:off x="7015054" y="959734"/>
              <a:ext cx="116278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2400">
                  <a:latin typeface="Bahnschrift SemiLight Condensed" panose="020B0502040204020203" pitchFamily="34" charset="0"/>
                  <a:ea typeface="CMU Concrete" panose="02000603000000000000" pitchFamily="2" charset="0"/>
                  <a:cs typeface="CMU Concrete" panose="02000603000000000000" pitchFamily="2" charset="0"/>
                </a:rPr>
                <a:t>COPA</a:t>
              </a:r>
              <a:endParaRPr lang="en-US" sz="2400">
                <a:latin typeface="Bahnschrift SemiLight Condensed" panose="020B0502040204020203" pitchFamily="34" charset="0"/>
                <a:ea typeface="CMU Concrete" panose="02000603000000000000" pitchFamily="2" charset="0"/>
                <a:cs typeface="CMU Concrete" panose="02000603000000000000" pitchFamily="2" charset="0"/>
              </a:endParaRPr>
            </a:p>
          </p:txBody>
        </p:sp>
        <p:cxnSp>
          <p:nvCxnSpPr>
            <p:cNvPr id="15" name="Straight Connector 36">
              <a:extLst>
                <a:ext uri="{FF2B5EF4-FFF2-40B4-BE49-F238E27FC236}">
                  <a16:creationId xmlns:a16="http://schemas.microsoft.com/office/drawing/2014/main" id="{23131484-5757-40D3-9F8F-E7FE6C82C9E0}"/>
                </a:ext>
              </a:extLst>
            </p:cNvPr>
            <p:cNvCxnSpPr>
              <a:cxnSpLocks/>
            </p:cNvCxnSpPr>
            <p:nvPr/>
          </p:nvCxnSpPr>
          <p:spPr>
            <a:xfrm>
              <a:off x="6129287" y="1180024"/>
              <a:ext cx="839318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37">
              <a:extLst>
                <a:ext uri="{FF2B5EF4-FFF2-40B4-BE49-F238E27FC236}">
                  <a16:creationId xmlns:a16="http://schemas.microsoft.com/office/drawing/2014/main" id="{1B6A9266-6834-45D5-B555-2EB3B2C76FE4}"/>
                </a:ext>
              </a:extLst>
            </p:cNvPr>
            <p:cNvCxnSpPr>
              <a:cxnSpLocks/>
            </p:cNvCxnSpPr>
            <p:nvPr/>
          </p:nvCxnSpPr>
          <p:spPr>
            <a:xfrm>
              <a:off x="7739993" y="1186940"/>
              <a:ext cx="83886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Imagen 16">
            <a:extLst>
              <a:ext uri="{FF2B5EF4-FFF2-40B4-BE49-F238E27FC236}">
                <a16:creationId xmlns:a16="http://schemas.microsoft.com/office/drawing/2014/main" id="{439FC2A2-20A7-42F9-BEC7-798BB791C9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6009" y="408111"/>
            <a:ext cx="2741845" cy="96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594010"/>
      </p:ext>
    </p:extLst>
  </p:cSld>
  <p:clrMapOvr>
    <a:masterClrMapping/>
  </p:clrMapOvr>
</p:sld>
</file>

<file path=ppt/theme/theme1.xml><?xml version="1.0" encoding="utf-8"?>
<a:theme xmlns:a="http://schemas.openxmlformats.org/drawingml/2006/main" name="COPA">
  <a:themeElements>
    <a:clrScheme name="COPA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0045D4"/>
      </a:accent1>
      <a:accent2>
        <a:srgbClr val="555AFF"/>
      </a:accent2>
      <a:accent3>
        <a:srgbClr val="2EC0F9"/>
      </a:accent3>
      <a:accent4>
        <a:srgbClr val="5DCEAF"/>
      </a:accent4>
      <a:accent5>
        <a:srgbClr val="FFB400"/>
      </a:accent5>
      <a:accent6>
        <a:srgbClr val="F14124"/>
      </a:accent6>
      <a:hlink>
        <a:srgbClr val="56C7AA"/>
      </a:hlink>
      <a:folHlink>
        <a:srgbClr val="59A8D1"/>
      </a:folHlink>
    </a:clrScheme>
    <a:fontScheme name="Personalizado 1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 algn="r">
          <a:defRPr sz="2000"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a2" id="{7C243F9C-CA36-4700-85CF-B26F471CD063}" vid="{4284E3FB-FDD7-4C5C-8904-4C40D79C53B7}"/>
    </a:ext>
  </a:extLst>
</a:theme>
</file>

<file path=ppt/theme/theme2.xml><?xml version="1.0" encoding="utf-8"?>
<a:theme xmlns:a="http://schemas.openxmlformats.org/drawingml/2006/main" name="PyLO">
  <a:themeElements>
    <a:clrScheme name="COPA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0045D4"/>
      </a:accent1>
      <a:accent2>
        <a:srgbClr val="555AFF"/>
      </a:accent2>
      <a:accent3>
        <a:srgbClr val="2EC0F9"/>
      </a:accent3>
      <a:accent4>
        <a:srgbClr val="5DCEAF"/>
      </a:accent4>
      <a:accent5>
        <a:srgbClr val="FFB400"/>
      </a:accent5>
      <a:accent6>
        <a:srgbClr val="F14124"/>
      </a:accent6>
      <a:hlink>
        <a:srgbClr val="56C7AA"/>
      </a:hlink>
      <a:folHlink>
        <a:srgbClr val="59A8D1"/>
      </a:folHlink>
    </a:clrScheme>
    <a:fontScheme name="Personalizado 1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 algn="r">
          <a:defRPr sz="2000"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a2" id="{7C243F9C-CA36-4700-85CF-B26F471CD063}" vid="{4284E3FB-FDD7-4C5C-8904-4C40D79C53B7}"/>
    </a:ext>
  </a:extLst>
</a:theme>
</file>

<file path=ppt/theme/theme3.xml><?xml version="1.0" encoding="utf-8"?>
<a:theme xmlns:a="http://schemas.openxmlformats.org/drawingml/2006/main" name="Blanc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OPA_PyLO">
  <a:themeElements>
    <a:clrScheme name="COPA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0045D4"/>
      </a:accent1>
      <a:accent2>
        <a:srgbClr val="555AFF"/>
      </a:accent2>
      <a:accent3>
        <a:srgbClr val="2EC0F9"/>
      </a:accent3>
      <a:accent4>
        <a:srgbClr val="5DCEAF"/>
      </a:accent4>
      <a:accent5>
        <a:srgbClr val="FFB400"/>
      </a:accent5>
      <a:accent6>
        <a:srgbClr val="F14124"/>
      </a:accent6>
      <a:hlink>
        <a:srgbClr val="56C7AA"/>
      </a:hlink>
      <a:folHlink>
        <a:srgbClr val="59A8D1"/>
      </a:folHlink>
    </a:clrScheme>
    <a:fontScheme name="Personalizado 1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 algn="r">
          <a:defRPr sz="2000"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a2" id="{7C243F9C-CA36-4700-85CF-B26F471CD063}" vid="{4284E3FB-FDD7-4C5C-8904-4C40D79C53B7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FF8C832384964E97CCC08DE3F3CB67" ma:contentTypeVersion="15" ma:contentTypeDescription="Crear nuevo documento." ma:contentTypeScope="" ma:versionID="311fb667368def85789b0065990b6cb5">
  <xsd:schema xmlns:xsd="http://www.w3.org/2001/XMLSchema" xmlns:xs="http://www.w3.org/2001/XMLSchema" xmlns:p="http://schemas.microsoft.com/office/2006/metadata/properties" xmlns:ns2="640e048b-1c96-4549-9572-0e6b830b8c11" xmlns:ns3="aea28e69-1069-46f5-8f10-64088b7fd2c2" targetNamespace="http://schemas.microsoft.com/office/2006/metadata/properties" ma:root="true" ma:fieldsID="e0db1f4c5a9e2b3babbf95efc8097ee5" ns2:_="" ns3:_="">
    <xsd:import namespace="640e048b-1c96-4549-9572-0e6b830b8c11"/>
    <xsd:import namespace="aea28e69-1069-46f5-8f10-64088b7fd2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0e048b-1c96-4549-9572-0e6b830b8c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a38e7027-190f-4f90-8839-9f8250567d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a28e69-1069-46f5-8f10-64088b7fd2c2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4382d397-09df-4445-a64c-9362ed996ce9}" ma:internalName="TaxCatchAll" ma:showField="CatchAllData" ma:web="aea28e69-1069-46f5-8f10-64088b7fd2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ea28e69-1069-46f5-8f10-64088b7fd2c2" xsi:nil="true"/>
    <lcf76f155ced4ddcb4097134ff3c332f xmlns="640e048b-1c96-4549-9572-0e6b830b8c1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47E33D1-075C-428F-AE82-E11425685EF1}"/>
</file>

<file path=customXml/itemProps2.xml><?xml version="1.0" encoding="utf-8"?>
<ds:datastoreItem xmlns:ds="http://schemas.openxmlformats.org/officeDocument/2006/customXml" ds:itemID="{744189D2-FB8E-410D-851B-68929B331D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AE0FC67-AF7E-4C37-A969-E1A083497020}">
  <ds:schemaRefs>
    <ds:schemaRef ds:uri="6da35d75-3f57-4459-8bdb-8eee92157290"/>
    <ds:schemaRef ds:uri="cceaccb9-55bd-43ea-953e-5924338775c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Tema2</Template>
  <TotalTime>101</TotalTime>
  <Words>105</Words>
  <Application>Microsoft Office PowerPoint</Application>
  <PresentationFormat>Panorámica</PresentationFormat>
  <Paragraphs>31</Paragraphs>
  <Slides>5</Slides>
  <Notes>4</Notes>
  <HiddenSlides>2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5</vt:i4>
      </vt:variant>
    </vt:vector>
  </HeadingPairs>
  <TitlesOfParts>
    <vt:vector size="15" baseType="lpstr">
      <vt:lpstr>Arial</vt:lpstr>
      <vt:lpstr>Bahnschrift Light Condensed</vt:lpstr>
      <vt:lpstr>Bahnschrift SemiLight Condensed</vt:lpstr>
      <vt:lpstr>Calibri</vt:lpstr>
      <vt:lpstr>Calibri Light</vt:lpstr>
      <vt:lpstr>Wingdings</vt:lpstr>
      <vt:lpstr>COPA</vt:lpstr>
      <vt:lpstr>PyLO</vt:lpstr>
      <vt:lpstr>Blanco</vt:lpstr>
      <vt:lpstr>COPA_PyLO</vt:lpstr>
      <vt:lpstr>Título</vt:lpstr>
      <vt:lpstr>Título</vt:lpstr>
      <vt:lpstr>Q&amp;A</vt:lpstr>
      <vt:lpstr>Q&amp;A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COPA Welcome Meeting 2020-20</dc:title>
  <dc:creator>Daniel Suarez</dc:creator>
  <cp:lastModifiedBy>Alfaima Lucia Solano Blanco</cp:lastModifiedBy>
  <cp:revision>5</cp:revision>
  <dcterms:created xsi:type="dcterms:W3CDTF">2020-08-26T19:13:01Z</dcterms:created>
  <dcterms:modified xsi:type="dcterms:W3CDTF">2022-11-23T20:14:15Z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0x010100B0FF8C832384964E97CCC08DE3F3CB67</vt:lpwstr>
  </property>
</Properties>
</file>